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4"/>
    <p:sldMasterId id="214748367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Archivo Light"/>
      <p:regular r:id="rId21"/>
      <p:bold r:id="rId22"/>
      <p:italic r:id="rId23"/>
      <p:boldItalic r:id="rId24"/>
    </p:embeddedFont>
    <p:embeddedFont>
      <p:font typeface="Proxima Nova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Cuprum"/>
      <p:regular r:id="rId33"/>
      <p:bold r:id="rId34"/>
      <p:italic r:id="rId35"/>
      <p:boldItalic r:id="rId36"/>
    </p:embeddedFont>
    <p:embeddedFont>
      <p:font typeface="Proxima Nova Semibold"/>
      <p:regular r:id="rId37"/>
      <p:bold r:id="rId38"/>
      <p:boldItalic r:id="rId39"/>
    </p:embeddedFont>
    <p:embeddedFont>
      <p:font typeface="Orbitron"/>
      <p:regular r:id="rId40"/>
      <p:bold r:id="rId41"/>
    </p:embeddedFont>
    <p:embeddedFont>
      <p:font typeface="PT Sans"/>
      <p:regular r:id="rId42"/>
      <p:bold r:id="rId43"/>
      <p:italic r:id="rId44"/>
      <p:boldItalic r:id="rId45"/>
    </p:embeddedFont>
    <p:embeddedFont>
      <p:font typeface="Archiv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84E8F3-5EBF-490B-8E8B-A170204ACA8F}">
  <a:tblStyle styleId="{E084E8F3-5EBF-490B-8E8B-A170204ACA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rbitron-regular.fntdata"/><Relationship Id="rId42" Type="http://schemas.openxmlformats.org/officeDocument/2006/relationships/font" Target="fonts/PTSans-regular.fntdata"/><Relationship Id="rId41" Type="http://schemas.openxmlformats.org/officeDocument/2006/relationships/font" Target="fonts/Orbitron-bold.fntdata"/><Relationship Id="rId44" Type="http://schemas.openxmlformats.org/officeDocument/2006/relationships/font" Target="fonts/PTSans-italic.fntdata"/><Relationship Id="rId43" Type="http://schemas.openxmlformats.org/officeDocument/2006/relationships/font" Target="fonts/PTSans-bold.fntdata"/><Relationship Id="rId46" Type="http://schemas.openxmlformats.org/officeDocument/2006/relationships/font" Target="fonts/Archivo-regular.fntdata"/><Relationship Id="rId45" Type="http://schemas.openxmlformats.org/officeDocument/2006/relationships/font" Target="fonts/PT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Archivo-italic.fntdata"/><Relationship Id="rId47" Type="http://schemas.openxmlformats.org/officeDocument/2006/relationships/font" Target="fonts/Archivo-bold.fntdata"/><Relationship Id="rId49" Type="http://schemas.openxmlformats.org/officeDocument/2006/relationships/font" Target="fonts/Archiv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33" Type="http://schemas.openxmlformats.org/officeDocument/2006/relationships/font" Target="fonts/Cuprum-regular.fntdata"/><Relationship Id="rId32" Type="http://schemas.openxmlformats.org/officeDocument/2006/relationships/font" Target="fonts/Roboto-boldItalic.fntdata"/><Relationship Id="rId35" Type="http://schemas.openxmlformats.org/officeDocument/2006/relationships/font" Target="fonts/Cuprum-italic.fntdata"/><Relationship Id="rId34" Type="http://schemas.openxmlformats.org/officeDocument/2006/relationships/font" Target="fonts/Cuprum-bold.fntdata"/><Relationship Id="rId37" Type="http://schemas.openxmlformats.org/officeDocument/2006/relationships/font" Target="fonts/ProximaNovaSemibold-regular.fntdata"/><Relationship Id="rId36" Type="http://schemas.openxmlformats.org/officeDocument/2006/relationships/font" Target="fonts/Cuprum-boldItalic.fntdata"/><Relationship Id="rId39" Type="http://schemas.openxmlformats.org/officeDocument/2006/relationships/font" Target="fonts/ProximaNovaSemibold-boldItalic.fntdata"/><Relationship Id="rId38" Type="http://schemas.openxmlformats.org/officeDocument/2006/relationships/font" Target="fonts/ProximaNovaSemibold-bold.fntdata"/><Relationship Id="rId20" Type="http://schemas.openxmlformats.org/officeDocument/2006/relationships/slide" Target="slides/slide14.xml"/><Relationship Id="rId22" Type="http://schemas.openxmlformats.org/officeDocument/2006/relationships/font" Target="fonts/ArchivoLight-bold.fntdata"/><Relationship Id="rId21" Type="http://schemas.openxmlformats.org/officeDocument/2006/relationships/font" Target="fonts/ArchivoLight-regular.fntdata"/><Relationship Id="rId24" Type="http://schemas.openxmlformats.org/officeDocument/2006/relationships/font" Target="fonts/ArchivoLight-boldItalic.fntdata"/><Relationship Id="rId23" Type="http://schemas.openxmlformats.org/officeDocument/2006/relationships/font" Target="fonts/ArchivoLight-italic.fntdata"/><Relationship Id="rId26" Type="http://schemas.openxmlformats.org/officeDocument/2006/relationships/font" Target="fonts/ProximaNova-bold.fntdata"/><Relationship Id="rId25" Type="http://schemas.openxmlformats.org/officeDocument/2006/relationships/font" Target="fonts/ProximaNova-regular.fntdata"/><Relationship Id="rId28" Type="http://schemas.openxmlformats.org/officeDocument/2006/relationships/font" Target="fonts/ProximaNova-boldItalic.fntdata"/><Relationship Id="rId27" Type="http://schemas.openxmlformats.org/officeDocument/2006/relationships/font" Target="fonts/ProximaNova-italic.fntdata"/><Relationship Id="rId29" Type="http://schemas.openxmlformats.org/officeDocument/2006/relationships/font" Target="fonts/Roboto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1ff4044692_0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1ff4044692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5776dae6f8ed6a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5776dae6f8ed6a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f31fdcabdc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f31fdcabdc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b799a064756da8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b799a064756da8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5776dae6f8ed6a4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5776dae6f8ed6a4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f7d89ae380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f7d89ae380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55fe5351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755fe5351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755fe535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755fe535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f31fdcabdc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f31fdcabdc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56efe923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756efe923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f7d89ae380_1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f7d89ae380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36110b5469_0_1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36110b5469_0_1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f31fdcabdc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f31fdcabdc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f7d89ae380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f7d89ae380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100" y="1141500"/>
            <a:ext cx="4640100" cy="22323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093" y="3526200"/>
            <a:ext cx="4232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28363" y="2063200"/>
            <a:ext cx="3520200" cy="15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1736363" y="1231507"/>
            <a:ext cx="1504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728363" y="3604718"/>
            <a:ext cx="3520200" cy="4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720000" y="1215750"/>
            <a:ext cx="77040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713100" y="1260275"/>
            <a:ext cx="35355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2" type="title"/>
          </p:nvPr>
        </p:nvSpPr>
        <p:spPr>
          <a:xfrm>
            <a:off x="4895400" y="3195079"/>
            <a:ext cx="35355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4895400" y="3753979"/>
            <a:ext cx="3535500" cy="6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" name="Google Shape;22;p5"/>
          <p:cNvSpPr txBox="1"/>
          <p:nvPr>
            <p:ph idx="3" type="subTitle"/>
          </p:nvPr>
        </p:nvSpPr>
        <p:spPr>
          <a:xfrm>
            <a:off x="713100" y="1819175"/>
            <a:ext cx="3535500" cy="6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" name="Google Shape;23;p5"/>
          <p:cNvSpPr txBox="1"/>
          <p:nvPr>
            <p:ph idx="4"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" type="body"/>
          </p:nvPr>
        </p:nvSpPr>
        <p:spPr>
          <a:xfrm>
            <a:off x="4419600" y="1340893"/>
            <a:ext cx="3858900" cy="261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713100" y="2012175"/>
            <a:ext cx="27552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2447100" y="662625"/>
            <a:ext cx="5983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1019182" y="1685688"/>
            <a:ext cx="4695000" cy="65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1019182" y="2343913"/>
            <a:ext cx="4695000" cy="11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1172550" y="3692925"/>
            <a:ext cx="6798900" cy="8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hasCustomPrompt="1" type="title"/>
          </p:nvPr>
        </p:nvSpPr>
        <p:spPr>
          <a:xfrm>
            <a:off x="706649" y="1096375"/>
            <a:ext cx="5648100" cy="123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85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706649" y="2350104"/>
            <a:ext cx="5648100" cy="39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720000" y="1832050"/>
            <a:ext cx="207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2" name="Google Shape;42;p13"/>
          <p:cNvSpPr txBox="1"/>
          <p:nvPr>
            <p:ph hasCustomPrompt="1" idx="2" type="title"/>
          </p:nvPr>
        </p:nvSpPr>
        <p:spPr>
          <a:xfrm>
            <a:off x="1309050" y="1437295"/>
            <a:ext cx="8940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" name="Google Shape;43;p13"/>
          <p:cNvSpPr txBox="1"/>
          <p:nvPr>
            <p:ph idx="1" type="subTitle"/>
          </p:nvPr>
        </p:nvSpPr>
        <p:spPr>
          <a:xfrm>
            <a:off x="720000" y="2359748"/>
            <a:ext cx="20721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title"/>
          </p:nvPr>
        </p:nvSpPr>
        <p:spPr>
          <a:xfrm>
            <a:off x="3535950" y="1832050"/>
            <a:ext cx="207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5" name="Google Shape;45;p13"/>
          <p:cNvSpPr txBox="1"/>
          <p:nvPr>
            <p:ph hasCustomPrompt="1" idx="4" type="title"/>
          </p:nvPr>
        </p:nvSpPr>
        <p:spPr>
          <a:xfrm>
            <a:off x="4092375" y="1437295"/>
            <a:ext cx="8940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idx="5" type="subTitle"/>
          </p:nvPr>
        </p:nvSpPr>
        <p:spPr>
          <a:xfrm>
            <a:off x="3535950" y="2359748"/>
            <a:ext cx="20721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7" name="Google Shape;47;p13"/>
          <p:cNvSpPr txBox="1"/>
          <p:nvPr>
            <p:ph idx="6" type="title"/>
          </p:nvPr>
        </p:nvSpPr>
        <p:spPr>
          <a:xfrm>
            <a:off x="6351900" y="1832050"/>
            <a:ext cx="207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8" name="Google Shape;48;p13"/>
          <p:cNvSpPr txBox="1"/>
          <p:nvPr>
            <p:ph hasCustomPrompt="1" idx="7" type="title"/>
          </p:nvPr>
        </p:nvSpPr>
        <p:spPr>
          <a:xfrm>
            <a:off x="6908325" y="1437295"/>
            <a:ext cx="8940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/>
          <p:nvPr>
            <p:ph idx="8" type="subTitle"/>
          </p:nvPr>
        </p:nvSpPr>
        <p:spPr>
          <a:xfrm>
            <a:off x="6351900" y="2359748"/>
            <a:ext cx="20721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0" name="Google Shape;50;p13"/>
          <p:cNvSpPr txBox="1"/>
          <p:nvPr>
            <p:ph idx="9" type="title"/>
          </p:nvPr>
        </p:nvSpPr>
        <p:spPr>
          <a:xfrm>
            <a:off x="720000" y="3624304"/>
            <a:ext cx="207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1" name="Google Shape;51;p13"/>
          <p:cNvSpPr txBox="1"/>
          <p:nvPr>
            <p:ph hasCustomPrompt="1" idx="13" type="title"/>
          </p:nvPr>
        </p:nvSpPr>
        <p:spPr>
          <a:xfrm>
            <a:off x="1309050" y="3232758"/>
            <a:ext cx="8940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/>
          <p:nvPr>
            <p:ph idx="14" type="subTitle"/>
          </p:nvPr>
        </p:nvSpPr>
        <p:spPr>
          <a:xfrm>
            <a:off x="720000" y="4152027"/>
            <a:ext cx="20721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p13"/>
          <p:cNvSpPr txBox="1"/>
          <p:nvPr>
            <p:ph idx="15" type="title"/>
          </p:nvPr>
        </p:nvSpPr>
        <p:spPr>
          <a:xfrm>
            <a:off x="3535950" y="3624304"/>
            <a:ext cx="207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4" name="Google Shape;54;p13"/>
          <p:cNvSpPr txBox="1"/>
          <p:nvPr>
            <p:ph hasCustomPrompt="1" idx="16" type="title"/>
          </p:nvPr>
        </p:nvSpPr>
        <p:spPr>
          <a:xfrm>
            <a:off x="4092375" y="3232758"/>
            <a:ext cx="8940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idx="17" type="subTitle"/>
          </p:nvPr>
        </p:nvSpPr>
        <p:spPr>
          <a:xfrm>
            <a:off x="3535950" y="4152027"/>
            <a:ext cx="20721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6" name="Google Shape;56;p13"/>
          <p:cNvSpPr txBox="1"/>
          <p:nvPr>
            <p:ph idx="18" type="title"/>
          </p:nvPr>
        </p:nvSpPr>
        <p:spPr>
          <a:xfrm>
            <a:off x="6351900" y="3624304"/>
            <a:ext cx="207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7" name="Google Shape;57;p13"/>
          <p:cNvSpPr txBox="1"/>
          <p:nvPr>
            <p:ph hasCustomPrompt="1" idx="19" type="title"/>
          </p:nvPr>
        </p:nvSpPr>
        <p:spPr>
          <a:xfrm>
            <a:off x="6908325" y="3232758"/>
            <a:ext cx="8940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idx="20" type="subTitle"/>
          </p:nvPr>
        </p:nvSpPr>
        <p:spPr>
          <a:xfrm>
            <a:off x="6351900" y="4152027"/>
            <a:ext cx="20721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9" name="Google Shape;59;p13"/>
          <p:cNvSpPr txBox="1"/>
          <p:nvPr>
            <p:ph idx="21"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713100" y="1208700"/>
            <a:ext cx="3858900" cy="15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720475" y="3710100"/>
            <a:ext cx="4166100" cy="42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720475" y="954200"/>
            <a:ext cx="4166100" cy="27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5188500" y="887938"/>
            <a:ext cx="3238200" cy="190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5188500" y="2951462"/>
            <a:ext cx="3238200" cy="13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5434200" y="1666013"/>
            <a:ext cx="2996700" cy="50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subTitle"/>
          </p:nvPr>
        </p:nvSpPr>
        <p:spPr>
          <a:xfrm>
            <a:off x="5434200" y="2173388"/>
            <a:ext cx="2996700" cy="130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4572000" y="1818400"/>
            <a:ext cx="3267900" cy="50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subTitle"/>
          </p:nvPr>
        </p:nvSpPr>
        <p:spPr>
          <a:xfrm>
            <a:off x="4572000" y="2325775"/>
            <a:ext cx="3267900" cy="10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1309777" y="1818400"/>
            <a:ext cx="3267900" cy="50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" type="subTitle"/>
          </p:nvPr>
        </p:nvSpPr>
        <p:spPr>
          <a:xfrm>
            <a:off x="1309777" y="2325775"/>
            <a:ext cx="3267900" cy="10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5191718" y="3343742"/>
            <a:ext cx="1944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0" name="Google Shape;80;p20"/>
          <p:cNvSpPr txBox="1"/>
          <p:nvPr>
            <p:ph idx="1" type="subTitle"/>
          </p:nvPr>
        </p:nvSpPr>
        <p:spPr>
          <a:xfrm>
            <a:off x="5191718" y="3871457"/>
            <a:ext cx="1944900" cy="46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2" type="title"/>
          </p:nvPr>
        </p:nvSpPr>
        <p:spPr>
          <a:xfrm>
            <a:off x="2007382" y="3343755"/>
            <a:ext cx="1944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2" name="Google Shape;82;p20"/>
          <p:cNvSpPr txBox="1"/>
          <p:nvPr>
            <p:ph idx="3" type="subTitle"/>
          </p:nvPr>
        </p:nvSpPr>
        <p:spPr>
          <a:xfrm>
            <a:off x="2007382" y="3871455"/>
            <a:ext cx="1944900" cy="46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4"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0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" type="body"/>
          </p:nvPr>
        </p:nvSpPr>
        <p:spPr>
          <a:xfrm>
            <a:off x="720000" y="1101450"/>
            <a:ext cx="3852000" cy="34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●"/>
              <a:defRPr sz="125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2" type="body"/>
          </p:nvPr>
        </p:nvSpPr>
        <p:spPr>
          <a:xfrm>
            <a:off x="4572000" y="1546462"/>
            <a:ext cx="3852000" cy="28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25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2" type="title"/>
          </p:nvPr>
        </p:nvSpPr>
        <p:spPr>
          <a:xfrm>
            <a:off x="3599548" y="3282513"/>
            <a:ext cx="1944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1" name="Google Shape;91;p22"/>
          <p:cNvSpPr txBox="1"/>
          <p:nvPr>
            <p:ph idx="1" type="subTitle"/>
          </p:nvPr>
        </p:nvSpPr>
        <p:spPr>
          <a:xfrm>
            <a:off x="3599552" y="3810230"/>
            <a:ext cx="19449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3" type="title"/>
          </p:nvPr>
        </p:nvSpPr>
        <p:spPr>
          <a:xfrm>
            <a:off x="720000" y="2592325"/>
            <a:ext cx="1944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3" name="Google Shape;93;p22"/>
          <p:cNvSpPr txBox="1"/>
          <p:nvPr>
            <p:ph idx="4" type="subTitle"/>
          </p:nvPr>
        </p:nvSpPr>
        <p:spPr>
          <a:xfrm>
            <a:off x="720025" y="3120025"/>
            <a:ext cx="19449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5" type="title"/>
          </p:nvPr>
        </p:nvSpPr>
        <p:spPr>
          <a:xfrm>
            <a:off x="6486000" y="2592325"/>
            <a:ext cx="1944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5" name="Google Shape;95;p22"/>
          <p:cNvSpPr txBox="1"/>
          <p:nvPr>
            <p:ph idx="6" type="subTitle"/>
          </p:nvPr>
        </p:nvSpPr>
        <p:spPr>
          <a:xfrm>
            <a:off x="6486007" y="3120025"/>
            <a:ext cx="19449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3599548" y="2672913"/>
            <a:ext cx="1944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8" name="Google Shape;98;p23"/>
          <p:cNvSpPr txBox="1"/>
          <p:nvPr>
            <p:ph idx="1" type="subTitle"/>
          </p:nvPr>
        </p:nvSpPr>
        <p:spPr>
          <a:xfrm>
            <a:off x="3599552" y="3200632"/>
            <a:ext cx="1944900" cy="6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2" type="title"/>
          </p:nvPr>
        </p:nvSpPr>
        <p:spPr>
          <a:xfrm>
            <a:off x="720000" y="2672925"/>
            <a:ext cx="1944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23"/>
          <p:cNvSpPr txBox="1"/>
          <p:nvPr>
            <p:ph idx="3" type="subTitle"/>
          </p:nvPr>
        </p:nvSpPr>
        <p:spPr>
          <a:xfrm>
            <a:off x="720025" y="3200625"/>
            <a:ext cx="1944900" cy="6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4" type="title"/>
          </p:nvPr>
        </p:nvSpPr>
        <p:spPr>
          <a:xfrm>
            <a:off x="6486000" y="2672925"/>
            <a:ext cx="1944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2" name="Google Shape;102;p23"/>
          <p:cNvSpPr txBox="1"/>
          <p:nvPr>
            <p:ph idx="5" type="subTitle"/>
          </p:nvPr>
        </p:nvSpPr>
        <p:spPr>
          <a:xfrm>
            <a:off x="6486007" y="3200625"/>
            <a:ext cx="1944900" cy="6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3"/>
          <p:cNvSpPr txBox="1"/>
          <p:nvPr>
            <p:ph idx="6"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 txBox="1"/>
          <p:nvPr>
            <p:ph type="title"/>
          </p:nvPr>
        </p:nvSpPr>
        <p:spPr>
          <a:xfrm>
            <a:off x="865488" y="1509084"/>
            <a:ext cx="1978200" cy="527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6" name="Google Shape;106;p24"/>
          <p:cNvSpPr txBox="1"/>
          <p:nvPr>
            <p:ph idx="1" type="subTitle"/>
          </p:nvPr>
        </p:nvSpPr>
        <p:spPr>
          <a:xfrm>
            <a:off x="865488" y="2043311"/>
            <a:ext cx="19782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4"/>
          <p:cNvSpPr txBox="1"/>
          <p:nvPr>
            <p:ph idx="2" type="title"/>
          </p:nvPr>
        </p:nvSpPr>
        <p:spPr>
          <a:xfrm>
            <a:off x="6300295" y="1509084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8" name="Google Shape;108;p24"/>
          <p:cNvSpPr txBox="1"/>
          <p:nvPr>
            <p:ph idx="3" type="subTitle"/>
          </p:nvPr>
        </p:nvSpPr>
        <p:spPr>
          <a:xfrm>
            <a:off x="6300288" y="2043311"/>
            <a:ext cx="19782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4"/>
          <p:cNvSpPr txBox="1"/>
          <p:nvPr>
            <p:ph idx="4" type="title"/>
          </p:nvPr>
        </p:nvSpPr>
        <p:spPr>
          <a:xfrm>
            <a:off x="865488" y="3090484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0" name="Google Shape;110;p24"/>
          <p:cNvSpPr txBox="1"/>
          <p:nvPr>
            <p:ph idx="5" type="subTitle"/>
          </p:nvPr>
        </p:nvSpPr>
        <p:spPr>
          <a:xfrm>
            <a:off x="865488" y="3624711"/>
            <a:ext cx="19782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4"/>
          <p:cNvSpPr txBox="1"/>
          <p:nvPr>
            <p:ph idx="6" type="title"/>
          </p:nvPr>
        </p:nvSpPr>
        <p:spPr>
          <a:xfrm>
            <a:off x="6300295" y="3090484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2" name="Google Shape;112;p24"/>
          <p:cNvSpPr txBox="1"/>
          <p:nvPr>
            <p:ph idx="7" type="subTitle"/>
          </p:nvPr>
        </p:nvSpPr>
        <p:spPr>
          <a:xfrm>
            <a:off x="6300288" y="3624711"/>
            <a:ext cx="19782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8"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2174175" y="1286588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6" name="Google Shape;116;p25"/>
          <p:cNvSpPr txBox="1"/>
          <p:nvPr>
            <p:ph idx="1" type="subTitle"/>
          </p:nvPr>
        </p:nvSpPr>
        <p:spPr>
          <a:xfrm>
            <a:off x="2174175" y="1814288"/>
            <a:ext cx="1986000" cy="46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2" type="title"/>
          </p:nvPr>
        </p:nvSpPr>
        <p:spPr>
          <a:xfrm>
            <a:off x="6145098" y="12866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8" name="Google Shape;118;p25"/>
          <p:cNvSpPr txBox="1"/>
          <p:nvPr>
            <p:ph idx="3" type="subTitle"/>
          </p:nvPr>
        </p:nvSpPr>
        <p:spPr>
          <a:xfrm>
            <a:off x="6145150" y="1814300"/>
            <a:ext cx="1986000" cy="46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4" type="title"/>
          </p:nvPr>
        </p:nvSpPr>
        <p:spPr>
          <a:xfrm>
            <a:off x="2174175" y="36114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0" name="Google Shape;120;p25"/>
          <p:cNvSpPr txBox="1"/>
          <p:nvPr>
            <p:ph idx="5" type="subTitle"/>
          </p:nvPr>
        </p:nvSpPr>
        <p:spPr>
          <a:xfrm>
            <a:off x="2174175" y="4139100"/>
            <a:ext cx="1986000" cy="46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5"/>
          <p:cNvSpPr txBox="1"/>
          <p:nvPr>
            <p:ph idx="6" type="title"/>
          </p:nvPr>
        </p:nvSpPr>
        <p:spPr>
          <a:xfrm>
            <a:off x="6145098" y="36114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2" name="Google Shape;122;p25"/>
          <p:cNvSpPr txBox="1"/>
          <p:nvPr>
            <p:ph idx="7" type="subTitle"/>
          </p:nvPr>
        </p:nvSpPr>
        <p:spPr>
          <a:xfrm>
            <a:off x="6145097" y="4139100"/>
            <a:ext cx="1986000" cy="46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8" type="title"/>
          </p:nvPr>
        </p:nvSpPr>
        <p:spPr>
          <a:xfrm>
            <a:off x="2174177" y="24490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4" name="Google Shape;124;p25"/>
          <p:cNvSpPr txBox="1"/>
          <p:nvPr>
            <p:ph idx="9" type="subTitle"/>
          </p:nvPr>
        </p:nvSpPr>
        <p:spPr>
          <a:xfrm>
            <a:off x="2174175" y="2976700"/>
            <a:ext cx="1986000" cy="46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3" type="title"/>
          </p:nvPr>
        </p:nvSpPr>
        <p:spPr>
          <a:xfrm>
            <a:off x="6145102" y="24490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6" name="Google Shape;126;p25"/>
          <p:cNvSpPr txBox="1"/>
          <p:nvPr>
            <p:ph idx="14" type="subTitle"/>
          </p:nvPr>
        </p:nvSpPr>
        <p:spPr>
          <a:xfrm>
            <a:off x="6145100" y="2976700"/>
            <a:ext cx="1986000" cy="46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5"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 txBox="1"/>
          <p:nvPr>
            <p:ph hasCustomPrompt="1" type="title"/>
          </p:nvPr>
        </p:nvSpPr>
        <p:spPr>
          <a:xfrm>
            <a:off x="713100" y="2909109"/>
            <a:ext cx="22581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2" name="Google Shape;132;p27"/>
          <p:cNvSpPr txBox="1"/>
          <p:nvPr>
            <p:ph idx="1" type="subTitle"/>
          </p:nvPr>
        </p:nvSpPr>
        <p:spPr>
          <a:xfrm>
            <a:off x="713100" y="3563592"/>
            <a:ext cx="2258100" cy="5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3" name="Google Shape;133;p27"/>
          <p:cNvSpPr txBox="1"/>
          <p:nvPr>
            <p:ph hasCustomPrompt="1" idx="2" type="title"/>
          </p:nvPr>
        </p:nvSpPr>
        <p:spPr>
          <a:xfrm>
            <a:off x="3442950" y="2909101"/>
            <a:ext cx="22581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4" name="Google Shape;134;p27"/>
          <p:cNvSpPr txBox="1"/>
          <p:nvPr>
            <p:ph idx="3" type="subTitle"/>
          </p:nvPr>
        </p:nvSpPr>
        <p:spPr>
          <a:xfrm>
            <a:off x="3442950" y="3563573"/>
            <a:ext cx="2258100" cy="5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5" name="Google Shape;135;p27"/>
          <p:cNvSpPr txBox="1"/>
          <p:nvPr>
            <p:ph hasCustomPrompt="1" idx="4" type="title"/>
          </p:nvPr>
        </p:nvSpPr>
        <p:spPr>
          <a:xfrm>
            <a:off x="6172800" y="2909106"/>
            <a:ext cx="22581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6" name="Google Shape;136;p27"/>
          <p:cNvSpPr txBox="1"/>
          <p:nvPr>
            <p:ph idx="5" type="subTitle"/>
          </p:nvPr>
        </p:nvSpPr>
        <p:spPr>
          <a:xfrm>
            <a:off x="6172800" y="3563570"/>
            <a:ext cx="2258100" cy="5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7" name="Google Shape;137;p27"/>
          <p:cNvSpPr txBox="1"/>
          <p:nvPr>
            <p:ph idx="6"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/>
          <p:nvPr>
            <p:ph type="title"/>
          </p:nvPr>
        </p:nvSpPr>
        <p:spPr>
          <a:xfrm flipH="1">
            <a:off x="725995" y="720375"/>
            <a:ext cx="4738800" cy="8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5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" name="Google Shape;140;p28"/>
          <p:cNvSpPr txBox="1"/>
          <p:nvPr>
            <p:ph idx="1" type="subTitle"/>
          </p:nvPr>
        </p:nvSpPr>
        <p:spPr>
          <a:xfrm flipH="1">
            <a:off x="725995" y="1683175"/>
            <a:ext cx="3434700" cy="11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8"/>
          <p:cNvSpPr txBox="1"/>
          <p:nvPr/>
        </p:nvSpPr>
        <p:spPr>
          <a:xfrm flipH="1">
            <a:off x="713175" y="4205150"/>
            <a:ext cx="42843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includes icons, infographics and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b="1" sz="28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b="1" sz="2800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b="1" sz="2800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b="1" sz="2800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b="1" sz="2800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b="1" sz="2800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b="1" sz="2800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b="1" sz="2800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b="1" sz="2800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●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○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■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●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○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■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●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○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■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9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144" name="Google Shape;144;p29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hyperlink" Target="http://drive.google.com/file/d/1u0W__sK0L198L6GqI3HpPetMitbTbyL_/view" TargetMode="External"/><Relationship Id="rId5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almasdar.com/155840" TargetMode="External"/><Relationship Id="rId4" Type="http://schemas.openxmlformats.org/officeDocument/2006/relationships/hyperlink" Target="http://fedcoc.org.eg/c31039/%D9%85%D8%B9%D8%AF%D9%84-%D8%A7%D9%84%D8%A8%D8%B7%D8%A7%D9%84%D8%A9--6-3%D9%AA--%D8%AE%D9%84%D8%A7%D9%84-%D8%A7%D9%84%D8%B1%D8%A8%D8%B9-%D8%A7%D9%84%D8%A3%D9%88%D9%84-%D9%84%D8%B9%D8%A7%D9%85-2025" TargetMode="External"/><Relationship Id="rId9" Type="http://schemas.openxmlformats.org/officeDocument/2006/relationships/hyperlink" Target="https://www.freepik.com/free-vector/hand-drawn-geometric-metaverse-facebook-post_27460605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photo/medium-shot-woman-with-vr-glasses_27828001.htm/?utm_source=slidesgo_template&amp;utm_medium=referral-link&amp;utm_campaign=sg_resources&amp;utm_content=freepik" TargetMode="External"/><Relationship Id="rId6" Type="http://schemas.openxmlformats.org/officeDocument/2006/relationships/hyperlink" Target="https://www.freepik.com/free-vector/hand-drawn-metaverse-landing-page_28206901.htm/?utm_source=slidesgo_template&amp;utm_medium=referral-link&amp;utm_campaign=sg_resources&amp;utm_content=freepik" TargetMode="External"/><Relationship Id="rId7" Type="http://schemas.openxmlformats.org/officeDocument/2006/relationships/hyperlink" Target="https://www.freepik.com/free-vector/hand-drawn-metaverse-webinar-template_28206910.htm/?utm_source=slidesgo_template&amp;utm_medium=referral-link&amp;utm_campaign=sg_resources&amp;utm_content=freepik" TargetMode="External"/><Relationship Id="rId8" Type="http://schemas.openxmlformats.org/officeDocument/2006/relationships/hyperlink" Target="https://www.freepik.com/free-vector/hand-drawn-metaverse-sale-banner-template_28206915.htm/?utm_source=slidesgo_template&amp;utm_medium=referral-link&amp;utm_campaign=sg_resources&amp;utm_content=freepik" TargetMode="External"/><Relationship Id="rId11" Type="http://schemas.openxmlformats.org/officeDocument/2006/relationships/hyperlink" Target="https://www.freepik.com/free-vector/hand-drawn-geometric-metaverse-facebook-cover_27460608.htm/?utm_source=slidesgo_template&amp;utm_medium=referral-link&amp;utm_campaign=sg_resources&amp;utm_content=freepik" TargetMode="External"/><Relationship Id="rId10" Type="http://schemas.openxmlformats.org/officeDocument/2006/relationships/hyperlink" Target="https://www.freepik.com/free-vector/hand-drawn-geometric-metaverse-twitch-background_27460544.htm/?utm_source=slidesgo_template&amp;utm_medium=referral-link&amp;utm_campaign=sg_resources&amp;utm_content=freepik" TargetMode="External"/><Relationship Id="rId13" Type="http://schemas.openxmlformats.org/officeDocument/2006/relationships/image" Target="../media/image6.png"/><Relationship Id="rId12" Type="http://schemas.openxmlformats.org/officeDocument/2006/relationships/hyperlink" Target="https://www.freepik.com/free-vector/gradient-metaverse-background_21858369.htm/?utm_source=slidesgo_template&amp;utm_medium=referral-link&amp;utm_campaign=sg_resources&amp;utm_content=freepik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8.jpg"/><Relationship Id="rId5" Type="http://schemas.openxmlformats.org/officeDocument/2006/relationships/image" Target="../media/image6.png"/><Relationship Id="rId6" Type="http://schemas.openxmlformats.org/officeDocument/2006/relationships/image" Target="../media/image4.jpg"/><Relationship Id="rId7" Type="http://schemas.openxmlformats.org/officeDocument/2006/relationships/image" Target="../media/image3.png"/><Relationship Id="rId8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>
            <p:ph idx="1" type="subTitle"/>
          </p:nvPr>
        </p:nvSpPr>
        <p:spPr>
          <a:xfrm>
            <a:off x="713093" y="3208045"/>
            <a:ext cx="4232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From Lear</a:t>
            </a:r>
            <a:r>
              <a:rPr lang="en" sz="2000"/>
              <a:t>ning to E</a:t>
            </a:r>
            <a:r>
              <a:rPr lang="en" sz="2000"/>
              <a:t>arning</a:t>
            </a:r>
            <a:endParaRPr sz="2000"/>
          </a:p>
        </p:txBody>
      </p:sp>
      <p:sp>
        <p:nvSpPr>
          <p:cNvPr id="153" name="Google Shape;153;p32"/>
          <p:cNvSpPr txBox="1"/>
          <p:nvPr>
            <p:ph type="ctrTitle"/>
          </p:nvPr>
        </p:nvSpPr>
        <p:spPr>
          <a:xfrm>
            <a:off x="713100" y="849858"/>
            <a:ext cx="4953300" cy="223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accent1"/>
                </a:solidFill>
              </a:rPr>
              <a:t>SKILL </a:t>
            </a:r>
            <a:r>
              <a:rPr lang="en" sz="4500"/>
              <a:t>BRIDGE</a:t>
            </a:r>
            <a:r>
              <a:rPr lang="en" sz="3200">
                <a:solidFill>
                  <a:schemeClr val="accent1"/>
                </a:solidFill>
              </a:rPr>
              <a:t> </a:t>
            </a:r>
            <a:r>
              <a:rPr lang="en" sz="2700">
                <a:solidFill>
                  <a:schemeClr val="accent1"/>
                </a:solidFill>
              </a:rPr>
              <a:t>STARTUP PROJECT </a:t>
            </a:r>
            <a:endParaRPr sz="270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3"/>
          <p:cNvSpPr txBox="1"/>
          <p:nvPr>
            <p:ph idx="1" type="subTitle"/>
          </p:nvPr>
        </p:nvSpPr>
        <p:spPr>
          <a:xfrm>
            <a:off x="4911293" y="2598270"/>
            <a:ext cx="4232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800"/>
              <a:t>Problems</a:t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800"/>
              <a:t>Solution</a:t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800"/>
              <a:t>Features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Challenges</a:t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800"/>
              <a:t>Growth plan</a:t>
            </a:r>
            <a:endParaRPr sz="1800"/>
          </a:p>
        </p:txBody>
      </p:sp>
      <p:sp>
        <p:nvSpPr>
          <p:cNvPr id="159" name="Google Shape;159;p33"/>
          <p:cNvSpPr txBox="1"/>
          <p:nvPr>
            <p:ph type="ctrTitle"/>
          </p:nvPr>
        </p:nvSpPr>
        <p:spPr>
          <a:xfrm>
            <a:off x="5012528" y="1246125"/>
            <a:ext cx="3526500" cy="8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accent1"/>
                </a:solidFill>
              </a:rPr>
              <a:t>AGENDA</a:t>
            </a:r>
            <a:endParaRPr sz="2700">
              <a:solidFill>
                <a:schemeClr val="accent1"/>
              </a:solidFill>
            </a:endParaRPr>
          </a:p>
        </p:txBody>
      </p:sp>
      <p:pic>
        <p:nvPicPr>
          <p:cNvPr id="160" name="Google Shape;160;p33" title="SkillBridge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43" y="737050"/>
            <a:ext cx="3669401" cy="3669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3"/>
          <p:cNvSpPr txBox="1"/>
          <p:nvPr/>
        </p:nvSpPr>
        <p:spPr>
          <a:xfrm flipH="1" rot="-5400000">
            <a:off x="3795875" y="3264225"/>
            <a:ext cx="22761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_______________________</a:t>
            </a:r>
            <a:endParaRPr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34"/>
          <p:cNvGrpSpPr/>
          <p:nvPr/>
        </p:nvGrpSpPr>
        <p:grpSpPr>
          <a:xfrm>
            <a:off x="865193" y="1254667"/>
            <a:ext cx="1131593" cy="1082850"/>
            <a:chOff x="1317586" y="1856572"/>
            <a:chExt cx="749797" cy="717499"/>
          </a:xfrm>
        </p:grpSpPr>
        <p:sp>
          <p:nvSpPr>
            <p:cNvPr id="167" name="Google Shape;167;p34"/>
            <p:cNvSpPr/>
            <p:nvPr/>
          </p:nvSpPr>
          <p:spPr>
            <a:xfrm>
              <a:off x="1317586" y="1891887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4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" name="Google Shape;169;p34"/>
          <p:cNvGrpSpPr/>
          <p:nvPr/>
        </p:nvGrpSpPr>
        <p:grpSpPr>
          <a:xfrm>
            <a:off x="4006218" y="1650442"/>
            <a:ext cx="1131593" cy="1082850"/>
            <a:chOff x="1317586" y="1856572"/>
            <a:chExt cx="749797" cy="717499"/>
          </a:xfrm>
        </p:grpSpPr>
        <p:sp>
          <p:nvSpPr>
            <p:cNvPr id="170" name="Google Shape;170;p34"/>
            <p:cNvSpPr/>
            <p:nvPr/>
          </p:nvSpPr>
          <p:spPr>
            <a:xfrm>
              <a:off x="1317586" y="1891887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34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" name="Google Shape;172;p34"/>
          <p:cNvGrpSpPr/>
          <p:nvPr/>
        </p:nvGrpSpPr>
        <p:grpSpPr>
          <a:xfrm>
            <a:off x="7147255" y="1254667"/>
            <a:ext cx="1131593" cy="1082850"/>
            <a:chOff x="1317586" y="1856572"/>
            <a:chExt cx="749797" cy="717499"/>
          </a:xfrm>
        </p:grpSpPr>
        <p:sp>
          <p:nvSpPr>
            <p:cNvPr id="173" name="Google Shape;173;p34"/>
            <p:cNvSpPr/>
            <p:nvPr/>
          </p:nvSpPr>
          <p:spPr>
            <a:xfrm>
              <a:off x="1317586" y="1891887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4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" name="Google Shape;175;p34"/>
          <p:cNvSpPr txBox="1"/>
          <p:nvPr>
            <p:ph type="title"/>
          </p:nvPr>
        </p:nvSpPr>
        <p:spPr>
          <a:xfrm>
            <a:off x="720000" y="569475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is the problem?</a:t>
            </a:r>
            <a:endParaRPr sz="3000"/>
          </a:p>
        </p:txBody>
      </p:sp>
      <p:sp>
        <p:nvSpPr>
          <p:cNvPr id="176" name="Google Shape;176;p34"/>
          <p:cNvSpPr txBox="1"/>
          <p:nvPr/>
        </p:nvSpPr>
        <p:spPr>
          <a:xfrm>
            <a:off x="491325" y="2990850"/>
            <a:ext cx="2099400" cy="11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Lack of skills and Technology </a:t>
            </a:r>
            <a:r>
              <a:rPr b="1" lang="en"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awareness</a:t>
            </a:r>
            <a:endParaRPr b="1" sz="200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77" name="Google Shape;177;p34"/>
          <p:cNvSpPr txBox="1"/>
          <p:nvPr/>
        </p:nvSpPr>
        <p:spPr>
          <a:xfrm>
            <a:off x="3566650" y="3239025"/>
            <a:ext cx="2361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Unemployment</a:t>
            </a:r>
            <a:endParaRPr b="1" sz="200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78" name="Google Shape;178;p34"/>
          <p:cNvSpPr txBox="1"/>
          <p:nvPr/>
        </p:nvSpPr>
        <p:spPr>
          <a:xfrm>
            <a:off x="6489975" y="2914650"/>
            <a:ext cx="2361900" cy="11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Limited</a:t>
            </a:r>
            <a:r>
              <a:rPr b="1" lang="en"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 </a:t>
            </a:r>
            <a:r>
              <a:rPr b="1" lang="en"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access</a:t>
            </a:r>
            <a:r>
              <a:rPr b="1" lang="en"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 to quality education </a:t>
            </a:r>
            <a:endParaRPr b="1" sz="200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cxnSp>
        <p:nvCxnSpPr>
          <p:cNvPr id="179" name="Google Shape;179;p34"/>
          <p:cNvCxnSpPr/>
          <p:nvPr/>
        </p:nvCxnSpPr>
        <p:spPr>
          <a:xfrm>
            <a:off x="1430950" y="2318850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0" name="Google Shape;180;p34"/>
          <p:cNvCxnSpPr/>
          <p:nvPr/>
        </p:nvCxnSpPr>
        <p:spPr>
          <a:xfrm>
            <a:off x="4595200" y="2733225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1" name="Google Shape;181;p34"/>
          <p:cNvCxnSpPr/>
          <p:nvPr/>
        </p:nvCxnSpPr>
        <p:spPr>
          <a:xfrm>
            <a:off x="7713076" y="2408850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182" name="Google Shape;182;p34"/>
          <p:cNvGrpSpPr/>
          <p:nvPr/>
        </p:nvGrpSpPr>
        <p:grpSpPr>
          <a:xfrm>
            <a:off x="1263216" y="1587055"/>
            <a:ext cx="335536" cy="418091"/>
            <a:chOff x="1325198" y="1996261"/>
            <a:chExt cx="335536" cy="418091"/>
          </a:xfrm>
        </p:grpSpPr>
        <p:sp>
          <p:nvSpPr>
            <p:cNvPr id="183" name="Google Shape;183;p34"/>
            <p:cNvSpPr/>
            <p:nvPr/>
          </p:nvSpPr>
          <p:spPr>
            <a:xfrm>
              <a:off x="1418889" y="2114228"/>
              <a:ext cx="146340" cy="71793"/>
            </a:xfrm>
            <a:custGeom>
              <a:rect b="b" l="l" r="r" t="t"/>
              <a:pathLst>
                <a:path extrusionOk="0" h="2295" w="4678">
                  <a:moveTo>
                    <a:pt x="4474" y="1"/>
                  </a:moveTo>
                  <a:lnTo>
                    <a:pt x="205" y="2"/>
                  </a:lnTo>
                  <a:cubicBezTo>
                    <a:pt x="92" y="2"/>
                    <a:pt x="1" y="93"/>
                    <a:pt x="1" y="205"/>
                  </a:cubicBezTo>
                  <a:lnTo>
                    <a:pt x="1" y="2053"/>
                  </a:lnTo>
                  <a:cubicBezTo>
                    <a:pt x="1" y="2167"/>
                    <a:pt x="93" y="2261"/>
                    <a:pt x="207" y="2264"/>
                  </a:cubicBezTo>
                  <a:lnTo>
                    <a:pt x="1226" y="2277"/>
                  </a:lnTo>
                  <a:lnTo>
                    <a:pt x="1228" y="2277"/>
                  </a:lnTo>
                  <a:cubicBezTo>
                    <a:pt x="1334" y="2277"/>
                    <a:pt x="1423" y="2198"/>
                    <a:pt x="1436" y="2093"/>
                  </a:cubicBezTo>
                  <a:cubicBezTo>
                    <a:pt x="1490" y="1649"/>
                    <a:pt x="1870" y="1314"/>
                    <a:pt x="2318" y="1314"/>
                  </a:cubicBezTo>
                  <a:cubicBezTo>
                    <a:pt x="2765" y="1314"/>
                    <a:pt x="3144" y="1648"/>
                    <a:pt x="3198" y="2091"/>
                  </a:cubicBezTo>
                  <a:lnTo>
                    <a:pt x="3206" y="2150"/>
                  </a:lnTo>
                  <a:cubicBezTo>
                    <a:pt x="3216" y="2225"/>
                    <a:pt x="3279" y="2281"/>
                    <a:pt x="3355" y="2283"/>
                  </a:cubicBezTo>
                  <a:lnTo>
                    <a:pt x="4524" y="2294"/>
                  </a:lnTo>
                  <a:cubicBezTo>
                    <a:pt x="4525" y="2294"/>
                    <a:pt x="4526" y="2294"/>
                    <a:pt x="4526" y="2294"/>
                  </a:cubicBezTo>
                  <a:cubicBezTo>
                    <a:pt x="4579" y="2294"/>
                    <a:pt x="4614" y="2267"/>
                    <a:pt x="4632" y="2250"/>
                  </a:cubicBezTo>
                  <a:cubicBezTo>
                    <a:pt x="4648" y="2235"/>
                    <a:pt x="4673" y="2203"/>
                    <a:pt x="4675" y="2155"/>
                  </a:cubicBezTo>
                  <a:lnTo>
                    <a:pt x="4675" y="1119"/>
                  </a:lnTo>
                  <a:cubicBezTo>
                    <a:pt x="4675" y="1114"/>
                    <a:pt x="4677" y="1109"/>
                    <a:pt x="4677" y="1103"/>
                  </a:cubicBezTo>
                  <a:lnTo>
                    <a:pt x="4677" y="203"/>
                  </a:lnTo>
                  <a:cubicBezTo>
                    <a:pt x="4677" y="150"/>
                    <a:pt x="4655" y="98"/>
                    <a:pt x="4618" y="59"/>
                  </a:cubicBezTo>
                  <a:cubicBezTo>
                    <a:pt x="4580" y="21"/>
                    <a:pt x="4529" y="1"/>
                    <a:pt x="4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34"/>
            <p:cNvSpPr/>
            <p:nvPr/>
          </p:nvSpPr>
          <p:spPr>
            <a:xfrm>
              <a:off x="1444822" y="2277209"/>
              <a:ext cx="90688" cy="41199"/>
            </a:xfrm>
            <a:custGeom>
              <a:rect b="b" l="l" r="r" t="t"/>
              <a:pathLst>
                <a:path extrusionOk="0" h="1317" w="2899">
                  <a:moveTo>
                    <a:pt x="307" y="1"/>
                  </a:moveTo>
                  <a:lnTo>
                    <a:pt x="210" y="320"/>
                  </a:lnTo>
                  <a:cubicBezTo>
                    <a:pt x="164" y="474"/>
                    <a:pt x="92" y="616"/>
                    <a:pt x="1" y="740"/>
                  </a:cubicBezTo>
                  <a:cubicBezTo>
                    <a:pt x="383" y="1112"/>
                    <a:pt x="887" y="1317"/>
                    <a:pt x="1421" y="1317"/>
                  </a:cubicBezTo>
                  <a:cubicBezTo>
                    <a:pt x="1967" y="1317"/>
                    <a:pt x="2479" y="1106"/>
                    <a:pt x="2864" y="720"/>
                  </a:cubicBezTo>
                  <a:lnTo>
                    <a:pt x="2899" y="684"/>
                  </a:lnTo>
                  <a:cubicBezTo>
                    <a:pt x="2821" y="572"/>
                    <a:pt x="2758" y="448"/>
                    <a:pt x="2713" y="314"/>
                  </a:cubicBezTo>
                  <a:lnTo>
                    <a:pt x="2621" y="35"/>
                  </a:lnTo>
                  <a:cubicBezTo>
                    <a:pt x="2275" y="175"/>
                    <a:pt x="1898" y="252"/>
                    <a:pt x="1507" y="252"/>
                  </a:cubicBezTo>
                  <a:cubicBezTo>
                    <a:pt x="1502" y="252"/>
                    <a:pt x="1497" y="252"/>
                    <a:pt x="1492" y="252"/>
                  </a:cubicBezTo>
                  <a:cubicBezTo>
                    <a:pt x="1075" y="252"/>
                    <a:pt x="674" y="163"/>
                    <a:pt x="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34"/>
            <p:cNvSpPr/>
            <p:nvPr/>
          </p:nvSpPr>
          <p:spPr>
            <a:xfrm>
              <a:off x="1464781" y="2077596"/>
              <a:ext cx="54588" cy="12200"/>
            </a:xfrm>
            <a:custGeom>
              <a:rect b="b" l="l" r="r" t="t"/>
              <a:pathLst>
                <a:path extrusionOk="0" h="390" w="1745">
                  <a:moveTo>
                    <a:pt x="872" y="1"/>
                  </a:moveTo>
                  <a:cubicBezTo>
                    <a:pt x="629" y="1"/>
                    <a:pt x="386" y="84"/>
                    <a:pt x="175" y="251"/>
                  </a:cubicBezTo>
                  <a:lnTo>
                    <a:pt x="1" y="389"/>
                  </a:lnTo>
                  <a:lnTo>
                    <a:pt x="1745" y="389"/>
                  </a:lnTo>
                  <a:lnTo>
                    <a:pt x="1570" y="251"/>
                  </a:lnTo>
                  <a:cubicBezTo>
                    <a:pt x="1358" y="84"/>
                    <a:pt x="1115" y="1"/>
                    <a:pt x="8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34"/>
            <p:cNvSpPr/>
            <p:nvPr/>
          </p:nvSpPr>
          <p:spPr>
            <a:xfrm>
              <a:off x="1588628" y="2139566"/>
              <a:ext cx="32158" cy="57529"/>
            </a:xfrm>
            <a:custGeom>
              <a:rect b="b" l="l" r="r" t="t"/>
              <a:pathLst>
                <a:path extrusionOk="0" h="1839" w="1028">
                  <a:moveTo>
                    <a:pt x="34" y="0"/>
                  </a:moveTo>
                  <a:lnTo>
                    <a:pt x="34" y="1332"/>
                  </a:lnTo>
                  <a:cubicBezTo>
                    <a:pt x="34" y="1344"/>
                    <a:pt x="34" y="1356"/>
                    <a:pt x="33" y="1367"/>
                  </a:cubicBezTo>
                  <a:cubicBezTo>
                    <a:pt x="33" y="1529"/>
                    <a:pt x="22" y="1684"/>
                    <a:pt x="0" y="1838"/>
                  </a:cubicBezTo>
                  <a:lnTo>
                    <a:pt x="108" y="1838"/>
                  </a:lnTo>
                  <a:cubicBezTo>
                    <a:pt x="616" y="1838"/>
                    <a:pt x="1027" y="1427"/>
                    <a:pt x="1027" y="919"/>
                  </a:cubicBezTo>
                  <a:cubicBezTo>
                    <a:pt x="1027" y="411"/>
                    <a:pt x="616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4"/>
            <p:cNvSpPr/>
            <p:nvPr/>
          </p:nvSpPr>
          <p:spPr>
            <a:xfrm>
              <a:off x="1423425" y="2179764"/>
              <a:ext cx="136830" cy="80865"/>
            </a:xfrm>
            <a:custGeom>
              <a:rect b="b" l="l" r="r" t="t"/>
              <a:pathLst>
                <a:path extrusionOk="0" h="2585" w="4374">
                  <a:moveTo>
                    <a:pt x="2172" y="0"/>
                  </a:moveTo>
                  <a:cubicBezTo>
                    <a:pt x="2120" y="0"/>
                    <a:pt x="2075" y="40"/>
                    <a:pt x="2068" y="93"/>
                  </a:cubicBezTo>
                  <a:cubicBezTo>
                    <a:pt x="2006" y="591"/>
                    <a:pt x="1584" y="964"/>
                    <a:pt x="1084" y="964"/>
                  </a:cubicBezTo>
                  <a:cubicBezTo>
                    <a:pt x="1079" y="964"/>
                    <a:pt x="1074" y="964"/>
                    <a:pt x="1069" y="964"/>
                  </a:cubicBezTo>
                  <a:lnTo>
                    <a:pt x="52" y="951"/>
                  </a:lnTo>
                  <a:cubicBezTo>
                    <a:pt x="35" y="951"/>
                    <a:pt x="17" y="949"/>
                    <a:pt x="0" y="948"/>
                  </a:cubicBezTo>
                  <a:lnTo>
                    <a:pt x="0" y="948"/>
                  </a:lnTo>
                  <a:cubicBezTo>
                    <a:pt x="333" y="1903"/>
                    <a:pt x="1189" y="2584"/>
                    <a:pt x="2192" y="2584"/>
                  </a:cubicBezTo>
                  <a:cubicBezTo>
                    <a:pt x="2194" y="2584"/>
                    <a:pt x="2196" y="2584"/>
                    <a:pt x="2198" y="2584"/>
                  </a:cubicBezTo>
                  <a:cubicBezTo>
                    <a:pt x="3188" y="2584"/>
                    <a:pt x="4034" y="1919"/>
                    <a:pt x="4373" y="982"/>
                  </a:cubicBezTo>
                  <a:lnTo>
                    <a:pt x="4371" y="982"/>
                  </a:lnTo>
                  <a:lnTo>
                    <a:pt x="3204" y="970"/>
                  </a:lnTo>
                  <a:cubicBezTo>
                    <a:pt x="2737" y="966"/>
                    <a:pt x="2341" y="614"/>
                    <a:pt x="2284" y="150"/>
                  </a:cubicBezTo>
                  <a:lnTo>
                    <a:pt x="2277" y="93"/>
                  </a:lnTo>
                  <a:cubicBezTo>
                    <a:pt x="2270" y="40"/>
                    <a:pt x="2225" y="0"/>
                    <a:pt x="2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34"/>
            <p:cNvSpPr/>
            <p:nvPr/>
          </p:nvSpPr>
          <p:spPr>
            <a:xfrm>
              <a:off x="1364176" y="2139566"/>
              <a:ext cx="31220" cy="57529"/>
            </a:xfrm>
            <a:custGeom>
              <a:rect b="b" l="l" r="r" t="t"/>
              <a:pathLst>
                <a:path extrusionOk="0" h="1839" w="998">
                  <a:moveTo>
                    <a:pt x="920" y="0"/>
                  </a:moveTo>
                  <a:cubicBezTo>
                    <a:pt x="412" y="0"/>
                    <a:pt x="1" y="411"/>
                    <a:pt x="1" y="919"/>
                  </a:cubicBezTo>
                  <a:cubicBezTo>
                    <a:pt x="1" y="1427"/>
                    <a:pt x="412" y="1838"/>
                    <a:pt x="920" y="1838"/>
                  </a:cubicBezTo>
                  <a:lnTo>
                    <a:pt x="998" y="1838"/>
                  </a:lnTo>
                  <a:cubicBezTo>
                    <a:pt x="976" y="1682"/>
                    <a:pt x="965" y="1520"/>
                    <a:pt x="965" y="1357"/>
                  </a:cubicBezTo>
                  <a:lnTo>
                    <a:pt x="965" y="773"/>
                  </a:lnTo>
                  <a:cubicBezTo>
                    <a:pt x="965" y="761"/>
                    <a:pt x="966" y="750"/>
                    <a:pt x="966" y="739"/>
                  </a:cubicBezTo>
                  <a:lnTo>
                    <a:pt x="9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4"/>
            <p:cNvSpPr/>
            <p:nvPr/>
          </p:nvSpPr>
          <p:spPr>
            <a:xfrm>
              <a:off x="1325198" y="2313654"/>
              <a:ext cx="335536" cy="100698"/>
            </a:xfrm>
            <a:custGeom>
              <a:rect b="b" l="l" r="r" t="t"/>
              <a:pathLst>
                <a:path extrusionOk="0" h="3219" w="10726">
                  <a:moveTo>
                    <a:pt x="7346" y="0"/>
                  </a:moveTo>
                  <a:cubicBezTo>
                    <a:pt x="7334" y="17"/>
                    <a:pt x="7320" y="36"/>
                    <a:pt x="7303" y="52"/>
                  </a:cubicBezTo>
                  <a:lnTo>
                    <a:pt x="7244" y="111"/>
                  </a:lnTo>
                  <a:cubicBezTo>
                    <a:pt x="6710" y="644"/>
                    <a:pt x="6002" y="939"/>
                    <a:pt x="5248" y="939"/>
                  </a:cubicBezTo>
                  <a:cubicBezTo>
                    <a:pt x="4495" y="939"/>
                    <a:pt x="3787" y="644"/>
                    <a:pt x="3253" y="111"/>
                  </a:cubicBezTo>
                  <a:cubicBezTo>
                    <a:pt x="3233" y="90"/>
                    <a:pt x="3215" y="69"/>
                    <a:pt x="3201" y="44"/>
                  </a:cubicBezTo>
                  <a:lnTo>
                    <a:pt x="1181" y="520"/>
                  </a:lnTo>
                  <a:cubicBezTo>
                    <a:pt x="744" y="668"/>
                    <a:pt x="413" y="1058"/>
                    <a:pt x="315" y="1541"/>
                  </a:cubicBezTo>
                  <a:lnTo>
                    <a:pt x="28" y="2950"/>
                  </a:lnTo>
                  <a:cubicBezTo>
                    <a:pt x="1" y="3089"/>
                    <a:pt x="98" y="3219"/>
                    <a:pt x="228" y="3219"/>
                  </a:cubicBezTo>
                  <a:lnTo>
                    <a:pt x="10498" y="3219"/>
                  </a:lnTo>
                  <a:cubicBezTo>
                    <a:pt x="10628" y="3218"/>
                    <a:pt x="10725" y="3084"/>
                    <a:pt x="10694" y="2945"/>
                  </a:cubicBezTo>
                  <a:lnTo>
                    <a:pt x="10355" y="1428"/>
                  </a:lnTo>
                  <a:cubicBezTo>
                    <a:pt x="10244" y="939"/>
                    <a:pt x="9896" y="552"/>
                    <a:pt x="9447" y="421"/>
                  </a:cubicBezTo>
                  <a:lnTo>
                    <a:pt x="7409" y="21"/>
                  </a:lnTo>
                  <a:cubicBezTo>
                    <a:pt x="7387" y="13"/>
                    <a:pt x="7367" y="6"/>
                    <a:pt x="7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4"/>
            <p:cNvSpPr/>
            <p:nvPr/>
          </p:nvSpPr>
          <p:spPr>
            <a:xfrm>
              <a:off x="1399807" y="1996261"/>
              <a:ext cx="182533" cy="104859"/>
            </a:xfrm>
            <a:custGeom>
              <a:rect b="b" l="l" r="r" t="t"/>
              <a:pathLst>
                <a:path extrusionOk="0" h="3352" w="5835">
                  <a:moveTo>
                    <a:pt x="4546" y="1"/>
                  </a:moveTo>
                  <a:lnTo>
                    <a:pt x="2975" y="34"/>
                  </a:lnTo>
                  <a:cubicBezTo>
                    <a:pt x="1838" y="58"/>
                    <a:pt x="900" y="397"/>
                    <a:pt x="366" y="1399"/>
                  </a:cubicBezTo>
                  <a:cubicBezTo>
                    <a:pt x="354" y="1421"/>
                    <a:pt x="344" y="1442"/>
                    <a:pt x="332" y="1464"/>
                  </a:cubicBezTo>
                  <a:cubicBezTo>
                    <a:pt x="260" y="1604"/>
                    <a:pt x="75" y="1895"/>
                    <a:pt x="31" y="2387"/>
                  </a:cubicBezTo>
                  <a:cubicBezTo>
                    <a:pt x="1" y="2729"/>
                    <a:pt x="14" y="3056"/>
                    <a:pt x="52" y="3351"/>
                  </a:cubicBezTo>
                  <a:cubicBezTo>
                    <a:pt x="233" y="3131"/>
                    <a:pt x="507" y="2989"/>
                    <a:pt x="812" y="2989"/>
                  </a:cubicBezTo>
                  <a:lnTo>
                    <a:pt x="1767" y="2237"/>
                  </a:lnTo>
                  <a:cubicBezTo>
                    <a:pt x="2121" y="1958"/>
                    <a:pt x="2536" y="1819"/>
                    <a:pt x="2950" y="1819"/>
                  </a:cubicBezTo>
                  <a:cubicBezTo>
                    <a:pt x="3364" y="1819"/>
                    <a:pt x="3777" y="1958"/>
                    <a:pt x="4130" y="2235"/>
                  </a:cubicBezTo>
                  <a:lnTo>
                    <a:pt x="5085" y="2988"/>
                  </a:lnTo>
                  <a:cubicBezTo>
                    <a:pt x="5332" y="2988"/>
                    <a:pt x="5562" y="3078"/>
                    <a:pt x="5743" y="3242"/>
                  </a:cubicBezTo>
                  <a:cubicBezTo>
                    <a:pt x="5797" y="2855"/>
                    <a:pt x="5834" y="2463"/>
                    <a:pt x="5825" y="2165"/>
                  </a:cubicBezTo>
                  <a:cubicBezTo>
                    <a:pt x="5809" y="1666"/>
                    <a:pt x="5571" y="874"/>
                    <a:pt x="5372" y="448"/>
                  </a:cubicBezTo>
                  <a:cubicBezTo>
                    <a:pt x="5224" y="134"/>
                    <a:pt x="4930" y="21"/>
                    <a:pt x="4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34"/>
          <p:cNvGrpSpPr/>
          <p:nvPr/>
        </p:nvGrpSpPr>
        <p:grpSpPr>
          <a:xfrm>
            <a:off x="4362961" y="2014639"/>
            <a:ext cx="418122" cy="322898"/>
            <a:chOff x="6611284" y="3554849"/>
            <a:chExt cx="418122" cy="322898"/>
          </a:xfrm>
        </p:grpSpPr>
        <p:sp>
          <p:nvSpPr>
            <p:cNvPr id="192" name="Google Shape;192;p34"/>
            <p:cNvSpPr/>
            <p:nvPr/>
          </p:nvSpPr>
          <p:spPr>
            <a:xfrm>
              <a:off x="6611409" y="3618791"/>
              <a:ext cx="417590" cy="195578"/>
            </a:xfrm>
            <a:custGeom>
              <a:rect b="b" l="l" r="r" t="t"/>
              <a:pathLst>
                <a:path extrusionOk="0" h="6252" w="13349">
                  <a:moveTo>
                    <a:pt x="6673" y="3112"/>
                  </a:moveTo>
                  <a:cubicBezTo>
                    <a:pt x="6889" y="3112"/>
                    <a:pt x="7064" y="3288"/>
                    <a:pt x="7064" y="3504"/>
                  </a:cubicBezTo>
                  <a:cubicBezTo>
                    <a:pt x="7064" y="3722"/>
                    <a:pt x="6889" y="3897"/>
                    <a:pt x="6673" y="3897"/>
                  </a:cubicBezTo>
                  <a:cubicBezTo>
                    <a:pt x="6455" y="3897"/>
                    <a:pt x="6280" y="3722"/>
                    <a:pt x="6280" y="3504"/>
                  </a:cubicBezTo>
                  <a:cubicBezTo>
                    <a:pt x="6280" y="3288"/>
                    <a:pt x="6455" y="3112"/>
                    <a:pt x="6673" y="3112"/>
                  </a:cubicBezTo>
                  <a:close/>
                  <a:moveTo>
                    <a:pt x="3550" y="1215"/>
                  </a:moveTo>
                  <a:cubicBezTo>
                    <a:pt x="4608" y="1215"/>
                    <a:pt x="5468" y="2074"/>
                    <a:pt x="5468" y="3133"/>
                  </a:cubicBezTo>
                  <a:cubicBezTo>
                    <a:pt x="5468" y="4190"/>
                    <a:pt x="4608" y="5051"/>
                    <a:pt x="3550" y="5051"/>
                  </a:cubicBezTo>
                  <a:cubicBezTo>
                    <a:pt x="2492" y="5051"/>
                    <a:pt x="1632" y="4190"/>
                    <a:pt x="1632" y="3133"/>
                  </a:cubicBezTo>
                  <a:cubicBezTo>
                    <a:pt x="1632" y="2074"/>
                    <a:pt x="2492" y="1215"/>
                    <a:pt x="3550" y="1215"/>
                  </a:cubicBezTo>
                  <a:close/>
                  <a:moveTo>
                    <a:pt x="9832" y="1215"/>
                  </a:moveTo>
                  <a:cubicBezTo>
                    <a:pt x="10890" y="1215"/>
                    <a:pt x="11750" y="2075"/>
                    <a:pt x="11750" y="3133"/>
                  </a:cubicBezTo>
                  <a:cubicBezTo>
                    <a:pt x="11750" y="4190"/>
                    <a:pt x="10890" y="5051"/>
                    <a:pt x="9832" y="5051"/>
                  </a:cubicBezTo>
                  <a:cubicBezTo>
                    <a:pt x="8773" y="5051"/>
                    <a:pt x="7914" y="4190"/>
                    <a:pt x="7914" y="3133"/>
                  </a:cubicBezTo>
                  <a:cubicBezTo>
                    <a:pt x="7914" y="2075"/>
                    <a:pt x="8773" y="1215"/>
                    <a:pt x="9832" y="1215"/>
                  </a:cubicBezTo>
                  <a:close/>
                  <a:moveTo>
                    <a:pt x="842" y="0"/>
                  </a:moveTo>
                  <a:cubicBezTo>
                    <a:pt x="377" y="0"/>
                    <a:pt x="1" y="378"/>
                    <a:pt x="1" y="841"/>
                  </a:cubicBezTo>
                  <a:lnTo>
                    <a:pt x="1" y="5410"/>
                  </a:lnTo>
                  <a:cubicBezTo>
                    <a:pt x="1" y="5874"/>
                    <a:pt x="377" y="6251"/>
                    <a:pt x="842" y="6251"/>
                  </a:cubicBezTo>
                  <a:lnTo>
                    <a:pt x="5695" y="6251"/>
                  </a:lnTo>
                  <a:cubicBezTo>
                    <a:pt x="5755" y="6251"/>
                    <a:pt x="5804" y="6202"/>
                    <a:pt x="5804" y="6143"/>
                  </a:cubicBezTo>
                  <a:cubicBezTo>
                    <a:pt x="5804" y="5662"/>
                    <a:pt x="6192" y="5274"/>
                    <a:pt x="6673" y="5274"/>
                  </a:cubicBezTo>
                  <a:cubicBezTo>
                    <a:pt x="7152" y="5274"/>
                    <a:pt x="7540" y="5662"/>
                    <a:pt x="7540" y="6143"/>
                  </a:cubicBezTo>
                  <a:cubicBezTo>
                    <a:pt x="7540" y="6202"/>
                    <a:pt x="7589" y="6251"/>
                    <a:pt x="7649" y="6251"/>
                  </a:cubicBezTo>
                  <a:lnTo>
                    <a:pt x="12507" y="6251"/>
                  </a:lnTo>
                  <a:cubicBezTo>
                    <a:pt x="12972" y="6251"/>
                    <a:pt x="13348" y="5874"/>
                    <a:pt x="13348" y="5410"/>
                  </a:cubicBezTo>
                  <a:lnTo>
                    <a:pt x="13348" y="841"/>
                  </a:lnTo>
                  <a:cubicBezTo>
                    <a:pt x="13348" y="378"/>
                    <a:pt x="12972" y="0"/>
                    <a:pt x="12507" y="0"/>
                  </a:cubicBezTo>
                  <a:lnTo>
                    <a:pt x="7063" y="0"/>
                  </a:lnTo>
                  <a:lnTo>
                    <a:pt x="7063" y="2179"/>
                  </a:lnTo>
                  <a:cubicBezTo>
                    <a:pt x="7063" y="2395"/>
                    <a:pt x="6887" y="2570"/>
                    <a:pt x="6673" y="2570"/>
                  </a:cubicBezTo>
                  <a:cubicBezTo>
                    <a:pt x="6455" y="2570"/>
                    <a:pt x="6281" y="2394"/>
                    <a:pt x="6281" y="2179"/>
                  </a:cubicBezTo>
                  <a:lnTo>
                    <a:pt x="62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34"/>
            <p:cNvSpPr/>
            <p:nvPr/>
          </p:nvSpPr>
          <p:spPr>
            <a:xfrm>
              <a:off x="6883441" y="3681293"/>
              <a:ext cx="71043" cy="71011"/>
            </a:xfrm>
            <a:custGeom>
              <a:rect b="b" l="l" r="r" t="t"/>
              <a:pathLst>
                <a:path extrusionOk="0" h="2270" w="2271">
                  <a:moveTo>
                    <a:pt x="1136" y="0"/>
                  </a:moveTo>
                  <a:cubicBezTo>
                    <a:pt x="510" y="0"/>
                    <a:pt x="0" y="509"/>
                    <a:pt x="0" y="1135"/>
                  </a:cubicBezTo>
                  <a:cubicBezTo>
                    <a:pt x="0" y="1761"/>
                    <a:pt x="510" y="2269"/>
                    <a:pt x="1136" y="2269"/>
                  </a:cubicBezTo>
                  <a:cubicBezTo>
                    <a:pt x="1762" y="2269"/>
                    <a:pt x="2270" y="1761"/>
                    <a:pt x="2270" y="1135"/>
                  </a:cubicBezTo>
                  <a:cubicBezTo>
                    <a:pt x="2270" y="509"/>
                    <a:pt x="1762" y="0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4"/>
            <p:cNvSpPr/>
            <p:nvPr/>
          </p:nvSpPr>
          <p:spPr>
            <a:xfrm>
              <a:off x="6686956" y="3681293"/>
              <a:ext cx="71011" cy="71011"/>
            </a:xfrm>
            <a:custGeom>
              <a:rect b="b" l="l" r="r" t="t"/>
              <a:pathLst>
                <a:path extrusionOk="0" h="2270" w="2270">
                  <a:moveTo>
                    <a:pt x="1135" y="0"/>
                  </a:moveTo>
                  <a:cubicBezTo>
                    <a:pt x="508" y="0"/>
                    <a:pt x="1" y="508"/>
                    <a:pt x="1" y="1135"/>
                  </a:cubicBezTo>
                  <a:cubicBezTo>
                    <a:pt x="1" y="1762"/>
                    <a:pt x="508" y="2269"/>
                    <a:pt x="1135" y="2269"/>
                  </a:cubicBezTo>
                  <a:cubicBezTo>
                    <a:pt x="1762" y="2269"/>
                    <a:pt x="2270" y="1762"/>
                    <a:pt x="2270" y="1135"/>
                  </a:cubicBezTo>
                  <a:cubicBezTo>
                    <a:pt x="2270" y="508"/>
                    <a:pt x="1762" y="0"/>
                    <a:pt x="1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4"/>
            <p:cNvSpPr/>
            <p:nvPr/>
          </p:nvSpPr>
          <p:spPr>
            <a:xfrm>
              <a:off x="6642410" y="3554849"/>
              <a:ext cx="356245" cy="39447"/>
            </a:xfrm>
            <a:custGeom>
              <a:rect b="b" l="l" r="r" t="t"/>
              <a:pathLst>
                <a:path extrusionOk="0" h="1261" w="11388">
                  <a:moveTo>
                    <a:pt x="1840" y="1"/>
                  </a:moveTo>
                  <a:cubicBezTo>
                    <a:pt x="1001" y="1"/>
                    <a:pt x="287" y="524"/>
                    <a:pt x="1" y="1260"/>
                  </a:cubicBezTo>
                  <a:lnTo>
                    <a:pt x="11388" y="1260"/>
                  </a:lnTo>
                  <a:cubicBezTo>
                    <a:pt x="11104" y="524"/>
                    <a:pt x="10388" y="1"/>
                    <a:pt x="95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4"/>
            <p:cNvSpPr/>
            <p:nvPr/>
          </p:nvSpPr>
          <p:spPr>
            <a:xfrm>
              <a:off x="6834985" y="3831230"/>
              <a:ext cx="194421" cy="46517"/>
            </a:xfrm>
            <a:custGeom>
              <a:rect b="b" l="l" r="r" t="t"/>
              <a:pathLst>
                <a:path extrusionOk="0" h="1487" w="6215">
                  <a:moveTo>
                    <a:pt x="6215" y="1"/>
                  </a:moveTo>
                  <a:cubicBezTo>
                    <a:pt x="5965" y="154"/>
                    <a:pt x="5673" y="244"/>
                    <a:pt x="5360" y="244"/>
                  </a:cubicBezTo>
                  <a:lnTo>
                    <a:pt x="502" y="244"/>
                  </a:lnTo>
                  <a:cubicBezTo>
                    <a:pt x="316" y="244"/>
                    <a:pt x="144" y="188"/>
                    <a:pt x="0" y="90"/>
                  </a:cubicBezTo>
                  <a:lnTo>
                    <a:pt x="0" y="985"/>
                  </a:lnTo>
                  <a:cubicBezTo>
                    <a:pt x="0" y="1261"/>
                    <a:pt x="225" y="1486"/>
                    <a:pt x="502" y="1486"/>
                  </a:cubicBezTo>
                  <a:lnTo>
                    <a:pt x="4983" y="1486"/>
                  </a:lnTo>
                  <a:cubicBezTo>
                    <a:pt x="5662" y="1486"/>
                    <a:pt x="6215" y="933"/>
                    <a:pt x="6215" y="254"/>
                  </a:cubicBezTo>
                  <a:lnTo>
                    <a:pt x="6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34"/>
            <p:cNvSpPr/>
            <p:nvPr/>
          </p:nvSpPr>
          <p:spPr>
            <a:xfrm>
              <a:off x="6611284" y="3831387"/>
              <a:ext cx="193983" cy="46329"/>
            </a:xfrm>
            <a:custGeom>
              <a:rect b="b" l="l" r="r" t="t"/>
              <a:pathLst>
                <a:path extrusionOk="0" h="1481" w="6201">
                  <a:moveTo>
                    <a:pt x="1" y="1"/>
                  </a:moveTo>
                  <a:lnTo>
                    <a:pt x="1" y="247"/>
                  </a:lnTo>
                  <a:cubicBezTo>
                    <a:pt x="1" y="927"/>
                    <a:pt x="554" y="1480"/>
                    <a:pt x="1233" y="1480"/>
                  </a:cubicBezTo>
                  <a:lnTo>
                    <a:pt x="5699" y="1480"/>
                  </a:lnTo>
                  <a:cubicBezTo>
                    <a:pt x="5975" y="1480"/>
                    <a:pt x="6201" y="1256"/>
                    <a:pt x="6201" y="979"/>
                  </a:cubicBezTo>
                  <a:lnTo>
                    <a:pt x="6201" y="83"/>
                  </a:lnTo>
                  <a:cubicBezTo>
                    <a:pt x="6057" y="181"/>
                    <a:pt x="5885" y="239"/>
                    <a:pt x="5699" y="239"/>
                  </a:cubicBezTo>
                  <a:lnTo>
                    <a:pt x="846" y="239"/>
                  </a:lnTo>
                  <a:cubicBezTo>
                    <a:pt x="537" y="239"/>
                    <a:pt x="247" y="15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8" name="Google Shape;1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784" y="4787400"/>
            <a:ext cx="3081342" cy="356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" name="Google Shape;199;p34"/>
          <p:cNvGrpSpPr/>
          <p:nvPr/>
        </p:nvGrpSpPr>
        <p:grpSpPr>
          <a:xfrm>
            <a:off x="7455001" y="1546777"/>
            <a:ext cx="516145" cy="498648"/>
            <a:chOff x="3729467" y="2889422"/>
            <a:chExt cx="419153" cy="404977"/>
          </a:xfrm>
        </p:grpSpPr>
        <p:sp>
          <p:nvSpPr>
            <p:cNvPr id="200" name="Google Shape;200;p34"/>
            <p:cNvSpPr/>
            <p:nvPr/>
          </p:nvSpPr>
          <p:spPr>
            <a:xfrm>
              <a:off x="4014137" y="2974913"/>
              <a:ext cx="134482" cy="178707"/>
            </a:xfrm>
            <a:custGeom>
              <a:rect b="b" l="l" r="r" t="t"/>
              <a:pathLst>
                <a:path extrusionOk="0" h="8207" w="6176">
                  <a:moveTo>
                    <a:pt x="4121" y="0"/>
                  </a:moveTo>
                  <a:lnTo>
                    <a:pt x="2973" y="2732"/>
                  </a:lnTo>
                  <a:lnTo>
                    <a:pt x="0" y="3260"/>
                  </a:lnTo>
                  <a:cubicBezTo>
                    <a:pt x="391" y="3891"/>
                    <a:pt x="586" y="4625"/>
                    <a:pt x="586" y="5372"/>
                  </a:cubicBezTo>
                  <a:cubicBezTo>
                    <a:pt x="586" y="5658"/>
                    <a:pt x="563" y="5945"/>
                    <a:pt x="494" y="6232"/>
                  </a:cubicBezTo>
                  <a:lnTo>
                    <a:pt x="2743" y="8206"/>
                  </a:lnTo>
                  <a:lnTo>
                    <a:pt x="5613" y="7392"/>
                  </a:lnTo>
                  <a:cubicBezTo>
                    <a:pt x="6175" y="4832"/>
                    <a:pt x="5636" y="2146"/>
                    <a:pt x="4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highlight>
                  <a:schemeClr val="dk2"/>
                </a:highlight>
              </a:endParaRPr>
            </a:p>
          </p:txBody>
        </p:sp>
        <p:sp>
          <p:nvSpPr>
            <p:cNvPr id="201" name="Google Shape;201;p34"/>
            <p:cNvSpPr/>
            <p:nvPr/>
          </p:nvSpPr>
          <p:spPr>
            <a:xfrm>
              <a:off x="3741225" y="3095375"/>
              <a:ext cx="148963" cy="173460"/>
            </a:xfrm>
            <a:custGeom>
              <a:rect b="b" l="l" r="r" t="t"/>
              <a:pathLst>
                <a:path extrusionOk="0" h="7966" w="6841">
                  <a:moveTo>
                    <a:pt x="2215" y="0"/>
                  </a:moveTo>
                  <a:lnTo>
                    <a:pt x="0" y="1963"/>
                  </a:lnTo>
                  <a:cubicBezTo>
                    <a:pt x="597" y="4511"/>
                    <a:pt x="2250" y="6691"/>
                    <a:pt x="4534" y="7965"/>
                  </a:cubicBezTo>
                  <a:lnTo>
                    <a:pt x="4373" y="5027"/>
                  </a:lnTo>
                  <a:lnTo>
                    <a:pt x="6841" y="3248"/>
                  </a:lnTo>
                  <a:cubicBezTo>
                    <a:pt x="5980" y="2686"/>
                    <a:pt x="5360" y="1814"/>
                    <a:pt x="5108" y="804"/>
                  </a:cubicBezTo>
                  <a:lnTo>
                    <a:pt x="2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highlight>
                  <a:schemeClr val="dk2"/>
                </a:highlight>
              </a:endParaRPr>
            </a:p>
          </p:txBody>
        </p:sp>
        <p:sp>
          <p:nvSpPr>
            <p:cNvPr id="202" name="Google Shape;202;p34"/>
            <p:cNvSpPr/>
            <p:nvPr/>
          </p:nvSpPr>
          <p:spPr>
            <a:xfrm>
              <a:off x="3949660" y="2889684"/>
              <a:ext cx="146219" cy="145980"/>
            </a:xfrm>
            <a:custGeom>
              <a:rect b="b" l="l" r="r" t="t"/>
              <a:pathLst>
                <a:path extrusionOk="0" h="6704" w="6715">
                  <a:moveTo>
                    <a:pt x="12" y="0"/>
                  </a:moveTo>
                  <a:lnTo>
                    <a:pt x="1435" y="2583"/>
                  </a:lnTo>
                  <a:lnTo>
                    <a:pt x="0" y="5257"/>
                  </a:lnTo>
                  <a:cubicBezTo>
                    <a:pt x="1022" y="5383"/>
                    <a:pt x="1963" y="5900"/>
                    <a:pt x="2629" y="6703"/>
                  </a:cubicBezTo>
                  <a:lnTo>
                    <a:pt x="5567" y="6187"/>
                  </a:lnTo>
                  <a:lnTo>
                    <a:pt x="6714" y="3432"/>
                  </a:lnTo>
                  <a:cubicBezTo>
                    <a:pt x="5062" y="1401"/>
                    <a:pt x="2629" y="150"/>
                    <a:pt x="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highlight>
                  <a:schemeClr val="dk2"/>
                </a:highlight>
              </a:endParaRPr>
            </a:p>
          </p:txBody>
        </p:sp>
        <p:sp>
          <p:nvSpPr>
            <p:cNvPr id="203" name="Google Shape;203;p34"/>
            <p:cNvSpPr/>
            <p:nvPr/>
          </p:nvSpPr>
          <p:spPr>
            <a:xfrm>
              <a:off x="3847947" y="3172089"/>
              <a:ext cx="167210" cy="122310"/>
            </a:xfrm>
            <a:custGeom>
              <a:rect b="b" l="l" r="r" t="t"/>
              <a:pathLst>
                <a:path extrusionOk="0" h="5617" w="7679">
                  <a:moveTo>
                    <a:pt x="2433" y="1"/>
                  </a:moveTo>
                  <a:lnTo>
                    <a:pt x="0" y="1757"/>
                  </a:lnTo>
                  <a:lnTo>
                    <a:pt x="149" y="4718"/>
                  </a:lnTo>
                  <a:cubicBezTo>
                    <a:pt x="1415" y="5317"/>
                    <a:pt x="2781" y="5616"/>
                    <a:pt x="4148" y="5616"/>
                  </a:cubicBezTo>
                  <a:cubicBezTo>
                    <a:pt x="5347" y="5616"/>
                    <a:pt x="6546" y="5386"/>
                    <a:pt x="7678" y="4924"/>
                  </a:cubicBezTo>
                  <a:lnTo>
                    <a:pt x="5280" y="3203"/>
                  </a:lnTo>
                  <a:lnTo>
                    <a:pt x="5417" y="173"/>
                  </a:lnTo>
                  <a:lnTo>
                    <a:pt x="5417" y="173"/>
                  </a:lnTo>
                  <a:cubicBezTo>
                    <a:pt x="5016" y="311"/>
                    <a:pt x="4591" y="379"/>
                    <a:pt x="4155" y="379"/>
                  </a:cubicBezTo>
                  <a:cubicBezTo>
                    <a:pt x="3558" y="379"/>
                    <a:pt x="2973" y="253"/>
                    <a:pt x="24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highlight>
                  <a:schemeClr val="dk2"/>
                </a:highlight>
              </a:endParaRPr>
            </a:p>
          </p:txBody>
        </p:sp>
        <p:sp>
          <p:nvSpPr>
            <p:cNvPr id="204" name="Google Shape;204;p34"/>
            <p:cNvSpPr/>
            <p:nvPr/>
          </p:nvSpPr>
          <p:spPr>
            <a:xfrm>
              <a:off x="3974658" y="3122616"/>
              <a:ext cx="158457" cy="151206"/>
            </a:xfrm>
            <a:custGeom>
              <a:rect b="b" l="l" r="r" t="t"/>
              <a:pathLst>
                <a:path extrusionOk="0" h="6944" w="7277">
                  <a:moveTo>
                    <a:pt x="2158" y="0"/>
                  </a:moveTo>
                  <a:cubicBezTo>
                    <a:pt x="1790" y="964"/>
                    <a:pt x="1079" y="1768"/>
                    <a:pt x="149" y="2227"/>
                  </a:cubicBezTo>
                  <a:lnTo>
                    <a:pt x="0" y="5222"/>
                  </a:lnTo>
                  <a:lnTo>
                    <a:pt x="2422" y="6944"/>
                  </a:lnTo>
                  <a:cubicBezTo>
                    <a:pt x="4775" y="5785"/>
                    <a:pt x="6542" y="3696"/>
                    <a:pt x="7277" y="1171"/>
                  </a:cubicBezTo>
                  <a:lnTo>
                    <a:pt x="7277" y="1171"/>
                  </a:lnTo>
                  <a:lnTo>
                    <a:pt x="4430" y="1986"/>
                  </a:lnTo>
                  <a:lnTo>
                    <a:pt x="21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highlight>
                  <a:schemeClr val="dk2"/>
                </a:highlight>
              </a:endParaRPr>
            </a:p>
          </p:txBody>
        </p:sp>
        <p:sp>
          <p:nvSpPr>
            <p:cNvPr id="205" name="Google Shape;205;p34"/>
            <p:cNvSpPr/>
            <p:nvPr/>
          </p:nvSpPr>
          <p:spPr>
            <a:xfrm>
              <a:off x="3729467" y="2966660"/>
              <a:ext cx="138990" cy="158718"/>
            </a:xfrm>
            <a:custGeom>
              <a:rect b="b" l="l" r="r" t="t"/>
              <a:pathLst>
                <a:path extrusionOk="0" h="7289" w="6383">
                  <a:moveTo>
                    <a:pt x="2296" y="0"/>
                  </a:moveTo>
                  <a:cubicBezTo>
                    <a:pt x="678" y="2055"/>
                    <a:pt x="1" y="4706"/>
                    <a:pt x="425" y="7288"/>
                  </a:cubicBezTo>
                  <a:lnTo>
                    <a:pt x="2618" y="5337"/>
                  </a:lnTo>
                  <a:lnTo>
                    <a:pt x="5556" y="6152"/>
                  </a:lnTo>
                  <a:cubicBezTo>
                    <a:pt x="5544" y="6026"/>
                    <a:pt x="5533" y="5888"/>
                    <a:pt x="5533" y="5751"/>
                  </a:cubicBezTo>
                  <a:cubicBezTo>
                    <a:pt x="5533" y="4855"/>
                    <a:pt x="5831" y="3983"/>
                    <a:pt x="6382" y="3271"/>
                  </a:cubicBezTo>
                  <a:lnTo>
                    <a:pt x="5211" y="505"/>
                  </a:lnTo>
                  <a:lnTo>
                    <a:pt x="22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highlight>
                  <a:schemeClr val="dk2"/>
                </a:highlight>
              </a:endParaRPr>
            </a:p>
          </p:txBody>
        </p:sp>
        <p:sp>
          <p:nvSpPr>
            <p:cNvPr id="206" name="Google Shape;206;p34"/>
            <p:cNvSpPr/>
            <p:nvPr/>
          </p:nvSpPr>
          <p:spPr>
            <a:xfrm>
              <a:off x="3787716" y="2889422"/>
              <a:ext cx="180449" cy="139229"/>
            </a:xfrm>
            <a:custGeom>
              <a:rect b="b" l="l" r="r" t="t"/>
              <a:pathLst>
                <a:path extrusionOk="0" h="6394" w="8287">
                  <a:moveTo>
                    <a:pt x="6863" y="1"/>
                  </a:moveTo>
                  <a:cubicBezTo>
                    <a:pt x="4235" y="12"/>
                    <a:pt x="1756" y="1137"/>
                    <a:pt x="0" y="3088"/>
                  </a:cubicBezTo>
                  <a:lnTo>
                    <a:pt x="2904" y="3593"/>
                  </a:lnTo>
                  <a:lnTo>
                    <a:pt x="4086" y="6394"/>
                  </a:lnTo>
                  <a:cubicBezTo>
                    <a:pt x="4820" y="5671"/>
                    <a:pt x="5819" y="5258"/>
                    <a:pt x="6852" y="5235"/>
                  </a:cubicBezTo>
                  <a:lnTo>
                    <a:pt x="8287" y="2606"/>
                  </a:lnTo>
                  <a:lnTo>
                    <a:pt x="68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highlight>
                  <a:schemeClr val="dk2"/>
                </a:highlight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3169513" y="270475"/>
            <a:ext cx="2805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</a:t>
            </a:r>
            <a:endParaRPr/>
          </a:p>
        </p:txBody>
      </p:sp>
      <p:sp>
        <p:nvSpPr>
          <p:cNvPr id="212" name="Google Shape;212;p35"/>
          <p:cNvSpPr/>
          <p:nvPr/>
        </p:nvSpPr>
        <p:spPr>
          <a:xfrm>
            <a:off x="1372025" y="901075"/>
            <a:ext cx="6644100" cy="3866400"/>
          </a:xfrm>
          <a:prstGeom prst="roundRect">
            <a:avLst>
              <a:gd fmla="val 8047" name="adj"/>
            </a:avLst>
          </a:prstGeom>
          <a:solidFill>
            <a:schemeClr val="accent2"/>
          </a:solidFill>
          <a:ln>
            <a:noFill/>
          </a:ln>
          <a:effectLst>
            <a:outerShdw rotWithShape="0" algn="bl" dir="7860000" dist="161925">
              <a:schemeClr val="accent5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5" title="bb4b5a22-84b9-4e62-b405-a7565841a43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800" y="994250"/>
            <a:ext cx="6328149" cy="377322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5"/>
          <p:cNvSpPr/>
          <p:nvPr/>
        </p:nvSpPr>
        <p:spPr>
          <a:xfrm>
            <a:off x="1000526" y="862437"/>
            <a:ext cx="7143011" cy="3943688"/>
          </a:xfrm>
          <a:custGeom>
            <a:rect b="b" l="l" r="r" t="t"/>
            <a:pathLst>
              <a:path extrusionOk="0" h="178125" w="326016">
                <a:moveTo>
                  <a:pt x="35775" y="16838"/>
                </a:moveTo>
                <a:cubicBezTo>
                  <a:pt x="79189" y="-4017"/>
                  <a:pt x="246828" y="-7426"/>
                  <a:pt x="290242" y="18041"/>
                </a:cubicBezTo>
                <a:cubicBezTo>
                  <a:pt x="333656" y="43508"/>
                  <a:pt x="339672" y="148784"/>
                  <a:pt x="296258" y="169639"/>
                </a:cubicBezTo>
                <a:cubicBezTo>
                  <a:pt x="252844" y="190494"/>
                  <a:pt x="73173" y="168637"/>
                  <a:pt x="29759" y="143170"/>
                </a:cubicBezTo>
                <a:cubicBezTo>
                  <a:pt x="-13655" y="117703"/>
                  <a:pt x="-7639" y="37693"/>
                  <a:pt x="35775" y="16838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720000" y="2346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Solution</a:t>
            </a:r>
            <a:endParaRPr/>
          </a:p>
        </p:txBody>
      </p:sp>
      <p:sp>
        <p:nvSpPr>
          <p:cNvPr id="220" name="Google Shape;220;p36"/>
          <p:cNvSpPr/>
          <p:nvPr/>
        </p:nvSpPr>
        <p:spPr>
          <a:xfrm>
            <a:off x="3297500" y="1165742"/>
            <a:ext cx="2540100" cy="2540100"/>
          </a:xfrm>
          <a:prstGeom prst="donut">
            <a:avLst>
              <a:gd fmla="val 16067" name="adj"/>
            </a:avLst>
          </a:prstGeom>
          <a:solidFill>
            <a:srgbClr val="000000">
              <a:alpha val="10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36"/>
          <p:cNvGrpSpPr/>
          <p:nvPr/>
        </p:nvGrpSpPr>
        <p:grpSpPr>
          <a:xfrm>
            <a:off x="635826" y="1315125"/>
            <a:ext cx="2976643" cy="669600"/>
            <a:chOff x="635826" y="1315125"/>
            <a:chExt cx="2976643" cy="669600"/>
          </a:xfrm>
        </p:grpSpPr>
        <p:cxnSp>
          <p:nvCxnSpPr>
            <p:cNvPr id="222" name="Google Shape;222;p36"/>
            <p:cNvCxnSpPr/>
            <p:nvPr/>
          </p:nvCxnSpPr>
          <p:spPr>
            <a:xfrm>
              <a:off x="3178969" y="1638300"/>
              <a:ext cx="433500" cy="252300"/>
            </a:xfrm>
            <a:prstGeom prst="straightConnector1">
              <a:avLst/>
            </a:prstGeom>
            <a:noFill/>
            <a:ln cap="flat" cmpd="sng" w="19050">
              <a:solidFill>
                <a:srgbClr val="A1C2FA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223" name="Google Shape;223;p36"/>
            <p:cNvSpPr txBox="1"/>
            <p:nvPr/>
          </p:nvSpPr>
          <p:spPr>
            <a:xfrm>
              <a:off x="635826" y="1315125"/>
              <a:ext cx="25401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STEP </a:t>
              </a:r>
              <a:r>
                <a:rPr b="1" lang="en" sz="1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We will provide job </a:t>
              </a:r>
              <a:r>
                <a:rPr b="1" lang="en" sz="15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opportunities.</a:t>
              </a:r>
              <a:endParaRPr b="1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4" name="Google Shape;224;p36"/>
          <p:cNvGrpSpPr/>
          <p:nvPr/>
        </p:nvGrpSpPr>
        <p:grpSpPr>
          <a:xfrm>
            <a:off x="5517319" y="1315125"/>
            <a:ext cx="3086606" cy="669600"/>
            <a:chOff x="5517319" y="1315125"/>
            <a:chExt cx="3086606" cy="669600"/>
          </a:xfrm>
        </p:grpSpPr>
        <p:cxnSp>
          <p:nvCxnSpPr>
            <p:cNvPr id="225" name="Google Shape;225;p36"/>
            <p:cNvCxnSpPr/>
            <p:nvPr/>
          </p:nvCxnSpPr>
          <p:spPr>
            <a:xfrm flipH="1">
              <a:off x="5517319" y="1638300"/>
              <a:ext cx="433500" cy="252300"/>
            </a:xfrm>
            <a:prstGeom prst="straightConnector1">
              <a:avLst/>
            </a:prstGeom>
            <a:noFill/>
            <a:ln cap="flat" cmpd="sng" w="19050">
              <a:solidFill>
                <a:srgbClr val="0942A1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226" name="Google Shape;226;p36"/>
            <p:cNvSpPr txBox="1"/>
            <p:nvPr/>
          </p:nvSpPr>
          <p:spPr>
            <a:xfrm>
              <a:off x="5962125" y="1315125"/>
              <a:ext cx="26418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STEP </a:t>
              </a:r>
              <a:r>
                <a:rPr b="1" lang="en" sz="1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We provide affordable variety of courses in Technology field.</a:t>
              </a:r>
              <a:endParaRPr b="1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7" name="Google Shape;227;p36"/>
          <p:cNvGrpSpPr/>
          <p:nvPr/>
        </p:nvGrpSpPr>
        <p:grpSpPr>
          <a:xfrm>
            <a:off x="2721750" y="3535140"/>
            <a:ext cx="3820500" cy="1068910"/>
            <a:chOff x="2721750" y="3535140"/>
            <a:chExt cx="3820500" cy="1068910"/>
          </a:xfrm>
        </p:grpSpPr>
        <p:cxnSp>
          <p:nvCxnSpPr>
            <p:cNvPr id="228" name="Google Shape;228;p36"/>
            <p:cNvCxnSpPr/>
            <p:nvPr/>
          </p:nvCxnSpPr>
          <p:spPr>
            <a:xfrm rot="10800000">
              <a:off x="4556399" y="3535140"/>
              <a:ext cx="0" cy="460500"/>
            </a:xfrm>
            <a:prstGeom prst="straightConnector1">
              <a:avLst/>
            </a:prstGeom>
            <a:noFill/>
            <a:ln cap="flat" cmpd="sng" w="19050">
              <a:solidFill>
                <a:srgbClr val="307AF3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229" name="Google Shape;229;p36"/>
            <p:cNvSpPr txBox="1"/>
            <p:nvPr/>
          </p:nvSpPr>
          <p:spPr>
            <a:xfrm>
              <a:off x="2721750" y="3934450"/>
              <a:ext cx="38205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STEP </a:t>
              </a:r>
              <a:r>
                <a:rPr b="1" lang="en" sz="1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We get them prepared to job market by helping them building a strong CV.</a:t>
              </a:r>
              <a:endParaRPr b="1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30" name="Google Shape;230;p36"/>
          <p:cNvSpPr txBox="1"/>
          <p:nvPr/>
        </p:nvSpPr>
        <p:spPr>
          <a:xfrm>
            <a:off x="3845784" y="2056460"/>
            <a:ext cx="14436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3 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steps are …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31" name="Google Shape;231;p36"/>
          <p:cNvSpPr/>
          <p:nvPr/>
        </p:nvSpPr>
        <p:spPr>
          <a:xfrm rot="1800047">
            <a:off x="3219843" y="1086434"/>
            <a:ext cx="2690936" cy="2690936"/>
          </a:xfrm>
          <a:prstGeom prst="blockArc">
            <a:avLst>
              <a:gd fmla="val 14414370" name="adj1"/>
              <a:gd fmla="val 694" name="adj2"/>
              <a:gd fmla="val 9562" name="adj3"/>
            </a:avLst>
          </a:prstGeom>
          <a:solidFill>
            <a:srgbClr val="0942A1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6"/>
          <p:cNvSpPr/>
          <p:nvPr/>
        </p:nvSpPr>
        <p:spPr>
          <a:xfrm flipH="1" rot="-1800047">
            <a:off x="3221956" y="1086434"/>
            <a:ext cx="2690936" cy="2690936"/>
          </a:xfrm>
          <a:prstGeom prst="blockArc">
            <a:avLst>
              <a:gd fmla="val 14348563" name="adj1"/>
              <a:gd fmla="val 21472873" name="adj2"/>
              <a:gd fmla="val 9381" name="adj3"/>
            </a:avLst>
          </a:prstGeom>
          <a:solidFill>
            <a:srgbClr val="A1C2FA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6"/>
          <p:cNvSpPr/>
          <p:nvPr/>
        </p:nvSpPr>
        <p:spPr>
          <a:xfrm rot="-8100000">
            <a:off x="4382715" y="1027393"/>
            <a:ext cx="363170" cy="363170"/>
          </a:xfrm>
          <a:prstGeom prst="rtTriangle">
            <a:avLst/>
          </a:prstGeom>
          <a:solidFill>
            <a:srgbClr val="A1C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6"/>
          <p:cNvSpPr/>
          <p:nvPr/>
        </p:nvSpPr>
        <p:spPr>
          <a:xfrm flipH="1" rot="-9000757">
            <a:off x="3220953" y="1084808"/>
            <a:ext cx="2690226" cy="2690226"/>
          </a:xfrm>
          <a:prstGeom prst="blockArc">
            <a:avLst>
              <a:gd fmla="val 14316164" name="adj1"/>
              <a:gd fmla="val 21502663" name="adj2"/>
              <a:gd fmla="val 9415" name="adj3"/>
            </a:avLst>
          </a:prstGeom>
          <a:solidFill>
            <a:srgbClr val="307AF3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6"/>
          <p:cNvSpPr/>
          <p:nvPr/>
        </p:nvSpPr>
        <p:spPr>
          <a:xfrm rot="-1027861">
            <a:off x="5485874" y="2849832"/>
            <a:ext cx="312672" cy="312672"/>
          </a:xfrm>
          <a:prstGeom prst="rtTriangle">
            <a:avLst/>
          </a:prstGeom>
          <a:solidFill>
            <a:srgbClr val="0942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6"/>
          <p:cNvSpPr/>
          <p:nvPr/>
        </p:nvSpPr>
        <p:spPr>
          <a:xfrm rot="6359841">
            <a:off x="3315801" y="2847762"/>
            <a:ext cx="363580" cy="363580"/>
          </a:xfrm>
          <a:prstGeom prst="rtTriangle">
            <a:avLst/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37"/>
          <p:cNvGrpSpPr/>
          <p:nvPr/>
        </p:nvGrpSpPr>
        <p:grpSpPr>
          <a:xfrm>
            <a:off x="3349911" y="1661109"/>
            <a:ext cx="749797" cy="717499"/>
            <a:chOff x="1317586" y="1856572"/>
            <a:chExt cx="749797" cy="717499"/>
          </a:xfrm>
        </p:grpSpPr>
        <p:sp>
          <p:nvSpPr>
            <p:cNvPr id="242" name="Google Shape;242;p37"/>
            <p:cNvSpPr/>
            <p:nvPr/>
          </p:nvSpPr>
          <p:spPr>
            <a:xfrm>
              <a:off x="1317586" y="1891887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7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" name="Google Shape;244;p37"/>
          <p:cNvGrpSpPr/>
          <p:nvPr/>
        </p:nvGrpSpPr>
        <p:grpSpPr>
          <a:xfrm>
            <a:off x="5050748" y="1661122"/>
            <a:ext cx="749797" cy="717499"/>
            <a:chOff x="1317586" y="1856572"/>
            <a:chExt cx="749797" cy="717499"/>
          </a:xfrm>
        </p:grpSpPr>
        <p:sp>
          <p:nvSpPr>
            <p:cNvPr id="245" name="Google Shape;245;p37"/>
            <p:cNvSpPr/>
            <p:nvPr/>
          </p:nvSpPr>
          <p:spPr>
            <a:xfrm>
              <a:off x="1317586" y="1891887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7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" name="Google Shape;247;p37"/>
          <p:cNvGrpSpPr/>
          <p:nvPr/>
        </p:nvGrpSpPr>
        <p:grpSpPr>
          <a:xfrm>
            <a:off x="3349914" y="3247859"/>
            <a:ext cx="749797" cy="717499"/>
            <a:chOff x="1317586" y="1856572"/>
            <a:chExt cx="749797" cy="717499"/>
          </a:xfrm>
        </p:grpSpPr>
        <p:sp>
          <p:nvSpPr>
            <p:cNvPr id="248" name="Google Shape;248;p37"/>
            <p:cNvSpPr/>
            <p:nvPr/>
          </p:nvSpPr>
          <p:spPr>
            <a:xfrm>
              <a:off x="1317586" y="1891887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7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" name="Google Shape;250;p37"/>
          <p:cNvGrpSpPr/>
          <p:nvPr/>
        </p:nvGrpSpPr>
        <p:grpSpPr>
          <a:xfrm>
            <a:off x="5050751" y="3247872"/>
            <a:ext cx="749797" cy="717499"/>
            <a:chOff x="1317586" y="1856572"/>
            <a:chExt cx="749797" cy="717499"/>
          </a:xfrm>
        </p:grpSpPr>
        <p:sp>
          <p:nvSpPr>
            <p:cNvPr id="251" name="Google Shape;251;p37"/>
            <p:cNvSpPr/>
            <p:nvPr/>
          </p:nvSpPr>
          <p:spPr>
            <a:xfrm>
              <a:off x="1317586" y="1891887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7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37"/>
          <p:cNvSpPr txBox="1"/>
          <p:nvPr>
            <p:ph idx="8"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1"/>
                </a:solidFill>
              </a:rPr>
              <a:t>Features</a:t>
            </a:r>
            <a:endParaRPr sz="3000">
              <a:solidFill>
                <a:schemeClr val="accent1"/>
              </a:solidFill>
            </a:endParaRPr>
          </a:p>
        </p:txBody>
      </p:sp>
      <p:sp>
        <p:nvSpPr>
          <p:cNvPr id="254" name="Google Shape;254;p37"/>
          <p:cNvSpPr txBox="1"/>
          <p:nvPr>
            <p:ph type="title"/>
          </p:nvPr>
        </p:nvSpPr>
        <p:spPr>
          <a:xfrm>
            <a:off x="510982" y="1661475"/>
            <a:ext cx="2169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AI Chatbot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255" name="Google Shape;255;p37"/>
          <p:cNvSpPr txBox="1"/>
          <p:nvPr>
            <p:ph idx="2" type="title"/>
          </p:nvPr>
        </p:nvSpPr>
        <p:spPr>
          <a:xfrm>
            <a:off x="6471374" y="1661475"/>
            <a:ext cx="2169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Community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256" name="Google Shape;256;p37"/>
          <p:cNvSpPr txBox="1"/>
          <p:nvPr>
            <p:ph idx="4" type="title"/>
          </p:nvPr>
        </p:nvSpPr>
        <p:spPr>
          <a:xfrm>
            <a:off x="210500" y="3242866"/>
            <a:ext cx="2469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24/7 </a:t>
            </a:r>
            <a:r>
              <a:rPr lang="en" sz="2500">
                <a:solidFill>
                  <a:schemeClr val="dk1"/>
                </a:solidFill>
              </a:rPr>
              <a:t>Customer</a:t>
            </a:r>
            <a:r>
              <a:rPr lang="en" sz="2500">
                <a:solidFill>
                  <a:schemeClr val="dk1"/>
                </a:solidFill>
              </a:rPr>
              <a:t> support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257" name="Google Shape;257;p37"/>
          <p:cNvSpPr txBox="1"/>
          <p:nvPr>
            <p:ph idx="6" type="title"/>
          </p:nvPr>
        </p:nvSpPr>
        <p:spPr>
          <a:xfrm>
            <a:off x="6471374" y="3395275"/>
            <a:ext cx="2169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Easy navigation</a:t>
            </a:r>
            <a:endParaRPr sz="2500">
              <a:solidFill>
                <a:schemeClr val="dk1"/>
              </a:solidFill>
            </a:endParaRPr>
          </a:p>
        </p:txBody>
      </p:sp>
      <p:grpSp>
        <p:nvGrpSpPr>
          <p:cNvPr id="258" name="Google Shape;258;p37"/>
          <p:cNvGrpSpPr/>
          <p:nvPr/>
        </p:nvGrpSpPr>
        <p:grpSpPr>
          <a:xfrm>
            <a:off x="5231055" y="1810846"/>
            <a:ext cx="418122" cy="418091"/>
            <a:chOff x="6691023" y="1337546"/>
            <a:chExt cx="418122" cy="418091"/>
          </a:xfrm>
        </p:grpSpPr>
        <p:sp>
          <p:nvSpPr>
            <p:cNvPr id="259" name="Google Shape;259;p37"/>
            <p:cNvSpPr/>
            <p:nvPr/>
          </p:nvSpPr>
          <p:spPr>
            <a:xfrm>
              <a:off x="6785652" y="1337546"/>
              <a:ext cx="323492" cy="283013"/>
            </a:xfrm>
            <a:custGeom>
              <a:rect b="b" l="l" r="r" t="t"/>
              <a:pathLst>
                <a:path extrusionOk="0" h="9047" w="10341">
                  <a:moveTo>
                    <a:pt x="3659" y="0"/>
                  </a:moveTo>
                  <a:cubicBezTo>
                    <a:pt x="2418" y="0"/>
                    <a:pt x="1165" y="366"/>
                    <a:pt x="1" y="1061"/>
                  </a:cubicBezTo>
                  <a:cubicBezTo>
                    <a:pt x="222" y="1214"/>
                    <a:pt x="411" y="1412"/>
                    <a:pt x="554" y="1645"/>
                  </a:cubicBezTo>
                  <a:cubicBezTo>
                    <a:pt x="1555" y="1073"/>
                    <a:pt x="2596" y="784"/>
                    <a:pt x="3659" y="784"/>
                  </a:cubicBezTo>
                  <a:cubicBezTo>
                    <a:pt x="5234" y="784"/>
                    <a:pt x="6716" y="1397"/>
                    <a:pt x="7830" y="2511"/>
                  </a:cubicBezTo>
                  <a:cubicBezTo>
                    <a:pt x="8945" y="3626"/>
                    <a:pt x="9557" y="5106"/>
                    <a:pt x="9557" y="6682"/>
                  </a:cubicBezTo>
                  <a:cubicBezTo>
                    <a:pt x="9557" y="7483"/>
                    <a:pt x="9481" y="8028"/>
                    <a:pt x="9264" y="8617"/>
                  </a:cubicBezTo>
                  <a:cubicBezTo>
                    <a:pt x="9517" y="8713"/>
                    <a:pt x="9747" y="8861"/>
                    <a:pt x="9937" y="9047"/>
                  </a:cubicBezTo>
                  <a:cubicBezTo>
                    <a:pt x="10233" y="8309"/>
                    <a:pt x="10341" y="7638"/>
                    <a:pt x="10341" y="6682"/>
                  </a:cubicBezTo>
                  <a:cubicBezTo>
                    <a:pt x="10341" y="4898"/>
                    <a:pt x="9645" y="3219"/>
                    <a:pt x="8384" y="1958"/>
                  </a:cubicBezTo>
                  <a:cubicBezTo>
                    <a:pt x="7122" y="696"/>
                    <a:pt x="5444" y="0"/>
                    <a:pt x="36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7"/>
            <p:cNvSpPr/>
            <p:nvPr/>
          </p:nvSpPr>
          <p:spPr>
            <a:xfrm>
              <a:off x="7015798" y="1627785"/>
              <a:ext cx="76830" cy="71387"/>
            </a:xfrm>
            <a:custGeom>
              <a:rect b="b" l="l" r="r" t="t"/>
              <a:pathLst>
                <a:path extrusionOk="0" h="2282" w="2456">
                  <a:moveTo>
                    <a:pt x="1229" y="0"/>
                  </a:moveTo>
                  <a:cubicBezTo>
                    <a:pt x="1169" y="0"/>
                    <a:pt x="1108" y="5"/>
                    <a:pt x="1046" y="15"/>
                  </a:cubicBezTo>
                  <a:cubicBezTo>
                    <a:pt x="424" y="115"/>
                    <a:pt x="1" y="701"/>
                    <a:pt x="102" y="1323"/>
                  </a:cubicBezTo>
                  <a:cubicBezTo>
                    <a:pt x="193" y="1883"/>
                    <a:pt x="677" y="2282"/>
                    <a:pt x="1226" y="2282"/>
                  </a:cubicBezTo>
                  <a:cubicBezTo>
                    <a:pt x="1287" y="2282"/>
                    <a:pt x="1348" y="2277"/>
                    <a:pt x="1410" y="2267"/>
                  </a:cubicBezTo>
                  <a:cubicBezTo>
                    <a:pt x="2032" y="2166"/>
                    <a:pt x="2455" y="1580"/>
                    <a:pt x="2354" y="959"/>
                  </a:cubicBezTo>
                  <a:cubicBezTo>
                    <a:pt x="2264" y="400"/>
                    <a:pt x="1779" y="0"/>
                    <a:pt x="1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7"/>
            <p:cNvSpPr/>
            <p:nvPr/>
          </p:nvSpPr>
          <p:spPr>
            <a:xfrm>
              <a:off x="6712295" y="1384595"/>
              <a:ext cx="78519" cy="71387"/>
            </a:xfrm>
            <a:custGeom>
              <a:rect b="b" l="l" r="r" t="t"/>
              <a:pathLst>
                <a:path extrusionOk="0" h="2282" w="2510">
                  <a:moveTo>
                    <a:pt x="1256" y="0"/>
                  </a:moveTo>
                  <a:cubicBezTo>
                    <a:pt x="1169" y="0"/>
                    <a:pt x="1081" y="10"/>
                    <a:pt x="993" y="31"/>
                  </a:cubicBezTo>
                  <a:cubicBezTo>
                    <a:pt x="379" y="176"/>
                    <a:pt x="1" y="790"/>
                    <a:pt x="146" y="1404"/>
                  </a:cubicBezTo>
                  <a:cubicBezTo>
                    <a:pt x="269" y="1928"/>
                    <a:pt x="738" y="2282"/>
                    <a:pt x="1254" y="2282"/>
                  </a:cubicBezTo>
                  <a:cubicBezTo>
                    <a:pt x="1341" y="2282"/>
                    <a:pt x="1429" y="2272"/>
                    <a:pt x="1517" y="2251"/>
                  </a:cubicBezTo>
                  <a:cubicBezTo>
                    <a:pt x="2130" y="2106"/>
                    <a:pt x="2510" y="1492"/>
                    <a:pt x="2365" y="879"/>
                  </a:cubicBezTo>
                  <a:cubicBezTo>
                    <a:pt x="2241" y="354"/>
                    <a:pt x="177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7"/>
            <p:cNvSpPr/>
            <p:nvPr/>
          </p:nvSpPr>
          <p:spPr>
            <a:xfrm>
              <a:off x="6691023" y="1461112"/>
              <a:ext cx="331813" cy="294525"/>
            </a:xfrm>
            <a:custGeom>
              <a:rect b="b" l="l" r="r" t="t"/>
              <a:pathLst>
                <a:path extrusionOk="0" h="9415" w="10607">
                  <a:moveTo>
                    <a:pt x="523" y="1"/>
                  </a:moveTo>
                  <a:cubicBezTo>
                    <a:pt x="378" y="305"/>
                    <a:pt x="266" y="615"/>
                    <a:pt x="185" y="941"/>
                  </a:cubicBezTo>
                  <a:cubicBezTo>
                    <a:pt x="60" y="1450"/>
                    <a:pt x="1" y="2020"/>
                    <a:pt x="1" y="2732"/>
                  </a:cubicBezTo>
                  <a:cubicBezTo>
                    <a:pt x="1" y="4517"/>
                    <a:pt x="696" y="6196"/>
                    <a:pt x="1958" y="7457"/>
                  </a:cubicBezTo>
                  <a:cubicBezTo>
                    <a:pt x="3220" y="8719"/>
                    <a:pt x="4898" y="9415"/>
                    <a:pt x="6683" y="9415"/>
                  </a:cubicBezTo>
                  <a:cubicBezTo>
                    <a:pt x="8146" y="9415"/>
                    <a:pt x="9436" y="8986"/>
                    <a:pt x="10606" y="8109"/>
                  </a:cubicBezTo>
                  <a:cubicBezTo>
                    <a:pt x="10380" y="7968"/>
                    <a:pt x="10182" y="7780"/>
                    <a:pt x="10031" y="7561"/>
                  </a:cubicBezTo>
                  <a:cubicBezTo>
                    <a:pt x="9023" y="8288"/>
                    <a:pt x="7943" y="8631"/>
                    <a:pt x="6684" y="8631"/>
                  </a:cubicBezTo>
                  <a:cubicBezTo>
                    <a:pt x="5108" y="8631"/>
                    <a:pt x="3627" y="8017"/>
                    <a:pt x="2513" y="6903"/>
                  </a:cubicBezTo>
                  <a:cubicBezTo>
                    <a:pt x="1399" y="5789"/>
                    <a:pt x="786" y="4308"/>
                    <a:pt x="786" y="2732"/>
                  </a:cubicBezTo>
                  <a:cubicBezTo>
                    <a:pt x="786" y="1774"/>
                    <a:pt x="896" y="1090"/>
                    <a:pt x="1171" y="462"/>
                  </a:cubicBezTo>
                  <a:cubicBezTo>
                    <a:pt x="924" y="355"/>
                    <a:pt x="703" y="198"/>
                    <a:pt x="5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7"/>
            <p:cNvSpPr/>
            <p:nvPr/>
          </p:nvSpPr>
          <p:spPr>
            <a:xfrm>
              <a:off x="6871492" y="1447160"/>
              <a:ext cx="57654" cy="86434"/>
            </a:xfrm>
            <a:custGeom>
              <a:rect b="b" l="l" r="r" t="t"/>
              <a:pathLst>
                <a:path extrusionOk="0" h="2763" w="1843">
                  <a:moveTo>
                    <a:pt x="920" y="1"/>
                  </a:moveTo>
                  <a:cubicBezTo>
                    <a:pt x="820" y="121"/>
                    <a:pt x="698" y="286"/>
                    <a:pt x="577" y="505"/>
                  </a:cubicBezTo>
                  <a:cubicBezTo>
                    <a:pt x="339" y="939"/>
                    <a:pt x="59" y="1670"/>
                    <a:pt x="1" y="2760"/>
                  </a:cubicBezTo>
                  <a:lnTo>
                    <a:pt x="1842" y="2762"/>
                  </a:lnTo>
                  <a:cubicBezTo>
                    <a:pt x="1760" y="1218"/>
                    <a:pt x="1234" y="373"/>
                    <a:pt x="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7"/>
            <p:cNvSpPr/>
            <p:nvPr/>
          </p:nvSpPr>
          <p:spPr>
            <a:xfrm>
              <a:off x="6932805" y="1447472"/>
              <a:ext cx="71074" cy="86183"/>
            </a:xfrm>
            <a:custGeom>
              <a:rect b="b" l="l" r="r" t="t"/>
              <a:pathLst>
                <a:path extrusionOk="0" h="2755" w="2272">
                  <a:moveTo>
                    <a:pt x="0" y="1"/>
                  </a:moveTo>
                  <a:lnTo>
                    <a:pt x="0" y="1"/>
                  </a:lnTo>
                  <a:cubicBezTo>
                    <a:pt x="340" y="586"/>
                    <a:pt x="672" y="1473"/>
                    <a:pt x="734" y="2753"/>
                  </a:cubicBezTo>
                  <a:lnTo>
                    <a:pt x="2271" y="2754"/>
                  </a:lnTo>
                  <a:cubicBezTo>
                    <a:pt x="2105" y="1465"/>
                    <a:pt x="1202" y="40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7"/>
            <p:cNvSpPr/>
            <p:nvPr/>
          </p:nvSpPr>
          <p:spPr>
            <a:xfrm>
              <a:off x="6871523" y="1560121"/>
              <a:ext cx="57654" cy="86402"/>
            </a:xfrm>
            <a:custGeom>
              <a:rect b="b" l="l" r="r" t="t"/>
              <a:pathLst>
                <a:path extrusionOk="0" h="2762" w="1843">
                  <a:moveTo>
                    <a:pt x="1" y="0"/>
                  </a:moveTo>
                  <a:lnTo>
                    <a:pt x="1" y="0"/>
                  </a:lnTo>
                  <a:cubicBezTo>
                    <a:pt x="83" y="1544"/>
                    <a:pt x="609" y="2389"/>
                    <a:pt x="923" y="2762"/>
                  </a:cubicBezTo>
                  <a:cubicBezTo>
                    <a:pt x="1023" y="2642"/>
                    <a:pt x="1145" y="2477"/>
                    <a:pt x="1266" y="2257"/>
                  </a:cubicBezTo>
                  <a:cubicBezTo>
                    <a:pt x="1504" y="1823"/>
                    <a:pt x="1784" y="1093"/>
                    <a:pt x="184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7"/>
            <p:cNvSpPr/>
            <p:nvPr/>
          </p:nvSpPr>
          <p:spPr>
            <a:xfrm>
              <a:off x="6796257" y="1560089"/>
              <a:ext cx="71731" cy="86340"/>
            </a:xfrm>
            <a:custGeom>
              <a:rect b="b" l="l" r="r" t="t"/>
              <a:pathLst>
                <a:path extrusionOk="0" h="2760" w="2293">
                  <a:moveTo>
                    <a:pt x="0" y="0"/>
                  </a:moveTo>
                  <a:lnTo>
                    <a:pt x="0" y="0"/>
                  </a:lnTo>
                  <a:cubicBezTo>
                    <a:pt x="167" y="1298"/>
                    <a:pt x="1078" y="2366"/>
                    <a:pt x="2293" y="2760"/>
                  </a:cubicBezTo>
                  <a:cubicBezTo>
                    <a:pt x="1951" y="2175"/>
                    <a:pt x="1617" y="1286"/>
                    <a:pt x="1555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7"/>
            <p:cNvSpPr/>
            <p:nvPr/>
          </p:nvSpPr>
          <p:spPr>
            <a:xfrm>
              <a:off x="6932774" y="1560183"/>
              <a:ext cx="71136" cy="86152"/>
            </a:xfrm>
            <a:custGeom>
              <a:rect b="b" l="l" r="r" t="t"/>
              <a:pathLst>
                <a:path extrusionOk="0" h="2754" w="2274">
                  <a:moveTo>
                    <a:pt x="735" y="0"/>
                  </a:moveTo>
                  <a:cubicBezTo>
                    <a:pt x="673" y="1281"/>
                    <a:pt x="339" y="2171"/>
                    <a:pt x="0" y="2754"/>
                  </a:cubicBezTo>
                  <a:cubicBezTo>
                    <a:pt x="492" y="2594"/>
                    <a:pt x="944" y="2318"/>
                    <a:pt x="1321" y="1940"/>
                  </a:cubicBezTo>
                  <a:cubicBezTo>
                    <a:pt x="1852" y="1409"/>
                    <a:pt x="2182" y="732"/>
                    <a:pt x="22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7"/>
            <p:cNvSpPr/>
            <p:nvPr/>
          </p:nvSpPr>
          <p:spPr>
            <a:xfrm>
              <a:off x="6796257" y="1447128"/>
              <a:ext cx="71825" cy="86465"/>
            </a:xfrm>
            <a:custGeom>
              <a:rect b="b" l="l" r="r" t="t"/>
              <a:pathLst>
                <a:path extrusionOk="0" h="2764" w="2296">
                  <a:moveTo>
                    <a:pt x="2295" y="1"/>
                  </a:moveTo>
                  <a:lnTo>
                    <a:pt x="2295" y="1"/>
                  </a:lnTo>
                  <a:cubicBezTo>
                    <a:pt x="1792" y="161"/>
                    <a:pt x="1334" y="438"/>
                    <a:pt x="951" y="821"/>
                  </a:cubicBezTo>
                  <a:cubicBezTo>
                    <a:pt x="422" y="1353"/>
                    <a:pt x="92" y="2030"/>
                    <a:pt x="0" y="2761"/>
                  </a:cubicBezTo>
                  <a:lnTo>
                    <a:pt x="1555" y="2763"/>
                  </a:lnTo>
                  <a:cubicBezTo>
                    <a:pt x="1617" y="1477"/>
                    <a:pt x="1954" y="585"/>
                    <a:pt x="22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" name="Google Shape;269;p37"/>
          <p:cNvGrpSpPr/>
          <p:nvPr/>
        </p:nvGrpSpPr>
        <p:grpSpPr>
          <a:xfrm>
            <a:off x="3528675" y="1811291"/>
            <a:ext cx="418184" cy="417183"/>
            <a:chOff x="2711920" y="1338453"/>
            <a:chExt cx="418184" cy="417183"/>
          </a:xfrm>
        </p:grpSpPr>
        <p:sp>
          <p:nvSpPr>
            <p:cNvPr id="270" name="Google Shape;270;p37"/>
            <p:cNvSpPr/>
            <p:nvPr/>
          </p:nvSpPr>
          <p:spPr>
            <a:xfrm>
              <a:off x="2933995" y="1525522"/>
              <a:ext cx="51992" cy="79301"/>
            </a:xfrm>
            <a:custGeom>
              <a:rect b="b" l="l" r="r" t="t"/>
              <a:pathLst>
                <a:path extrusionOk="0" h="2535" w="1662">
                  <a:moveTo>
                    <a:pt x="1661" y="1"/>
                  </a:moveTo>
                  <a:lnTo>
                    <a:pt x="0" y="785"/>
                  </a:lnTo>
                  <a:lnTo>
                    <a:pt x="0" y="2534"/>
                  </a:lnTo>
                  <a:lnTo>
                    <a:pt x="1661" y="1797"/>
                  </a:lnTo>
                  <a:lnTo>
                    <a:pt x="16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7"/>
            <p:cNvSpPr/>
            <p:nvPr/>
          </p:nvSpPr>
          <p:spPr>
            <a:xfrm>
              <a:off x="2874120" y="1483979"/>
              <a:ext cx="93879" cy="43451"/>
            </a:xfrm>
            <a:custGeom>
              <a:rect b="b" l="l" r="r" t="t"/>
              <a:pathLst>
                <a:path extrusionOk="0" h="1389" w="3001">
                  <a:moveTo>
                    <a:pt x="1496" y="0"/>
                  </a:moveTo>
                  <a:lnTo>
                    <a:pt x="0" y="653"/>
                  </a:lnTo>
                  <a:lnTo>
                    <a:pt x="1502" y="1388"/>
                  </a:lnTo>
                  <a:lnTo>
                    <a:pt x="3001" y="680"/>
                  </a:lnTo>
                  <a:lnTo>
                    <a:pt x="14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7"/>
            <p:cNvSpPr/>
            <p:nvPr/>
          </p:nvSpPr>
          <p:spPr>
            <a:xfrm>
              <a:off x="3023275" y="1385690"/>
              <a:ext cx="52492" cy="52648"/>
            </a:xfrm>
            <a:custGeom>
              <a:rect b="b" l="l" r="r" t="t"/>
              <a:pathLst>
                <a:path extrusionOk="0" h="1683" w="1678">
                  <a:moveTo>
                    <a:pt x="839" y="0"/>
                  </a:moveTo>
                  <a:cubicBezTo>
                    <a:pt x="377" y="0"/>
                    <a:pt x="0" y="377"/>
                    <a:pt x="0" y="841"/>
                  </a:cubicBezTo>
                  <a:cubicBezTo>
                    <a:pt x="0" y="1306"/>
                    <a:pt x="376" y="1682"/>
                    <a:pt x="839" y="1682"/>
                  </a:cubicBezTo>
                  <a:cubicBezTo>
                    <a:pt x="1302" y="1682"/>
                    <a:pt x="1677" y="1307"/>
                    <a:pt x="1677" y="841"/>
                  </a:cubicBezTo>
                  <a:cubicBezTo>
                    <a:pt x="1677" y="378"/>
                    <a:pt x="1302" y="0"/>
                    <a:pt x="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7"/>
            <p:cNvSpPr/>
            <p:nvPr/>
          </p:nvSpPr>
          <p:spPr>
            <a:xfrm>
              <a:off x="2856164" y="1524553"/>
              <a:ext cx="51866" cy="80302"/>
            </a:xfrm>
            <a:custGeom>
              <a:rect b="b" l="l" r="r" t="t"/>
              <a:pathLst>
                <a:path extrusionOk="0" h="2567" w="1658">
                  <a:moveTo>
                    <a:pt x="1" y="1"/>
                  </a:moveTo>
                  <a:lnTo>
                    <a:pt x="1" y="1829"/>
                  </a:lnTo>
                  <a:lnTo>
                    <a:pt x="1658" y="2566"/>
                  </a:lnTo>
                  <a:lnTo>
                    <a:pt x="1658" y="8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7"/>
            <p:cNvSpPr/>
            <p:nvPr/>
          </p:nvSpPr>
          <p:spPr>
            <a:xfrm>
              <a:off x="2765351" y="1391414"/>
              <a:ext cx="52523" cy="52680"/>
            </a:xfrm>
            <a:custGeom>
              <a:rect b="b" l="l" r="r" t="t"/>
              <a:pathLst>
                <a:path extrusionOk="0" h="1684" w="1679">
                  <a:moveTo>
                    <a:pt x="839" y="1"/>
                  </a:moveTo>
                  <a:cubicBezTo>
                    <a:pt x="376" y="1"/>
                    <a:pt x="1" y="376"/>
                    <a:pt x="1" y="842"/>
                  </a:cubicBezTo>
                  <a:cubicBezTo>
                    <a:pt x="1" y="1306"/>
                    <a:pt x="376" y="1683"/>
                    <a:pt x="839" y="1683"/>
                  </a:cubicBezTo>
                  <a:cubicBezTo>
                    <a:pt x="1303" y="1683"/>
                    <a:pt x="1678" y="1306"/>
                    <a:pt x="1678" y="842"/>
                  </a:cubicBezTo>
                  <a:cubicBezTo>
                    <a:pt x="1678" y="377"/>
                    <a:pt x="1303" y="1"/>
                    <a:pt x="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7"/>
            <p:cNvSpPr/>
            <p:nvPr/>
          </p:nvSpPr>
          <p:spPr>
            <a:xfrm>
              <a:off x="2766258" y="1655720"/>
              <a:ext cx="52523" cy="52648"/>
            </a:xfrm>
            <a:custGeom>
              <a:rect b="b" l="l" r="r" t="t"/>
              <a:pathLst>
                <a:path extrusionOk="0" h="1683" w="1679">
                  <a:moveTo>
                    <a:pt x="842" y="0"/>
                  </a:moveTo>
                  <a:cubicBezTo>
                    <a:pt x="841" y="0"/>
                    <a:pt x="840" y="0"/>
                    <a:pt x="840" y="0"/>
                  </a:cubicBezTo>
                  <a:cubicBezTo>
                    <a:pt x="377" y="0"/>
                    <a:pt x="1" y="376"/>
                    <a:pt x="1" y="841"/>
                  </a:cubicBezTo>
                  <a:cubicBezTo>
                    <a:pt x="1" y="1305"/>
                    <a:pt x="377" y="1683"/>
                    <a:pt x="840" y="1683"/>
                  </a:cubicBezTo>
                  <a:cubicBezTo>
                    <a:pt x="1302" y="1683"/>
                    <a:pt x="1679" y="1306"/>
                    <a:pt x="1679" y="841"/>
                  </a:cubicBezTo>
                  <a:cubicBezTo>
                    <a:pt x="1679" y="376"/>
                    <a:pt x="1305" y="0"/>
                    <a:pt x="8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7"/>
            <p:cNvSpPr/>
            <p:nvPr/>
          </p:nvSpPr>
          <p:spPr>
            <a:xfrm>
              <a:off x="3024182" y="1649964"/>
              <a:ext cx="52523" cy="52648"/>
            </a:xfrm>
            <a:custGeom>
              <a:rect b="b" l="l" r="r" t="t"/>
              <a:pathLst>
                <a:path extrusionOk="0" h="1683" w="1679">
                  <a:moveTo>
                    <a:pt x="842" y="1"/>
                  </a:moveTo>
                  <a:cubicBezTo>
                    <a:pt x="841" y="1"/>
                    <a:pt x="841" y="1"/>
                    <a:pt x="840" y="1"/>
                  </a:cubicBezTo>
                  <a:cubicBezTo>
                    <a:pt x="376" y="1"/>
                    <a:pt x="1" y="378"/>
                    <a:pt x="1" y="842"/>
                  </a:cubicBezTo>
                  <a:cubicBezTo>
                    <a:pt x="1" y="1306"/>
                    <a:pt x="376" y="1683"/>
                    <a:pt x="840" y="1683"/>
                  </a:cubicBezTo>
                  <a:cubicBezTo>
                    <a:pt x="1303" y="1683"/>
                    <a:pt x="1678" y="1307"/>
                    <a:pt x="1678" y="842"/>
                  </a:cubicBezTo>
                  <a:cubicBezTo>
                    <a:pt x="1678" y="378"/>
                    <a:pt x="1304" y="1"/>
                    <a:pt x="8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7"/>
            <p:cNvSpPr/>
            <p:nvPr/>
          </p:nvSpPr>
          <p:spPr>
            <a:xfrm>
              <a:off x="2788781" y="1533468"/>
              <a:ext cx="41449" cy="26027"/>
            </a:xfrm>
            <a:custGeom>
              <a:rect b="b" l="l" r="r" t="t"/>
              <a:pathLst>
                <a:path extrusionOk="0" h="832" w="1325">
                  <a:moveTo>
                    <a:pt x="1" y="1"/>
                  </a:moveTo>
                  <a:cubicBezTo>
                    <a:pt x="34" y="134"/>
                    <a:pt x="53" y="273"/>
                    <a:pt x="53" y="416"/>
                  </a:cubicBezTo>
                  <a:cubicBezTo>
                    <a:pt x="53" y="560"/>
                    <a:pt x="36" y="699"/>
                    <a:pt x="1" y="832"/>
                  </a:cubicBezTo>
                  <a:lnTo>
                    <a:pt x="1324" y="832"/>
                  </a:lnTo>
                  <a:lnTo>
                    <a:pt x="13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7"/>
            <p:cNvSpPr/>
            <p:nvPr/>
          </p:nvSpPr>
          <p:spPr>
            <a:xfrm>
              <a:off x="3077581" y="1520799"/>
              <a:ext cx="52523" cy="52680"/>
            </a:xfrm>
            <a:custGeom>
              <a:rect b="b" l="l" r="r" t="t"/>
              <a:pathLst>
                <a:path extrusionOk="0" h="1684" w="1679">
                  <a:moveTo>
                    <a:pt x="839" y="1"/>
                  </a:moveTo>
                  <a:cubicBezTo>
                    <a:pt x="376" y="1"/>
                    <a:pt x="1" y="376"/>
                    <a:pt x="1" y="842"/>
                  </a:cubicBezTo>
                  <a:cubicBezTo>
                    <a:pt x="1" y="1307"/>
                    <a:pt x="376" y="1683"/>
                    <a:pt x="839" y="1683"/>
                  </a:cubicBezTo>
                  <a:cubicBezTo>
                    <a:pt x="1303" y="1683"/>
                    <a:pt x="1678" y="1307"/>
                    <a:pt x="1678" y="842"/>
                  </a:cubicBezTo>
                  <a:cubicBezTo>
                    <a:pt x="1678" y="377"/>
                    <a:pt x="1303" y="1"/>
                    <a:pt x="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7"/>
            <p:cNvSpPr/>
            <p:nvPr/>
          </p:nvSpPr>
          <p:spPr>
            <a:xfrm>
              <a:off x="3011982" y="1534125"/>
              <a:ext cx="41293" cy="26027"/>
            </a:xfrm>
            <a:custGeom>
              <a:rect b="b" l="l" r="r" t="t"/>
              <a:pathLst>
                <a:path extrusionOk="0" h="832" w="1320">
                  <a:moveTo>
                    <a:pt x="0" y="0"/>
                  </a:moveTo>
                  <a:lnTo>
                    <a:pt x="0" y="831"/>
                  </a:lnTo>
                  <a:lnTo>
                    <a:pt x="1319" y="831"/>
                  </a:lnTo>
                  <a:cubicBezTo>
                    <a:pt x="1284" y="698"/>
                    <a:pt x="1267" y="559"/>
                    <a:pt x="1267" y="416"/>
                  </a:cubicBezTo>
                  <a:cubicBezTo>
                    <a:pt x="1267" y="272"/>
                    <a:pt x="1284" y="134"/>
                    <a:pt x="1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7"/>
            <p:cNvSpPr/>
            <p:nvPr/>
          </p:nvSpPr>
          <p:spPr>
            <a:xfrm>
              <a:off x="2817029" y="1605981"/>
              <a:ext cx="55120" cy="47456"/>
            </a:xfrm>
            <a:custGeom>
              <a:rect b="b" l="l" r="r" t="t"/>
              <a:pathLst>
                <a:path extrusionOk="0" h="1517" w="1762">
                  <a:moveTo>
                    <a:pt x="950" y="0"/>
                  </a:moveTo>
                  <a:lnTo>
                    <a:pt x="0" y="954"/>
                  </a:lnTo>
                  <a:cubicBezTo>
                    <a:pt x="249" y="1088"/>
                    <a:pt x="459" y="1281"/>
                    <a:pt x="613" y="1516"/>
                  </a:cubicBezTo>
                  <a:lnTo>
                    <a:pt x="1762" y="362"/>
                  </a:lnTo>
                  <a:lnTo>
                    <a:pt x="9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7"/>
            <p:cNvSpPr/>
            <p:nvPr/>
          </p:nvSpPr>
          <p:spPr>
            <a:xfrm>
              <a:off x="2894735" y="1702988"/>
              <a:ext cx="52523" cy="52648"/>
            </a:xfrm>
            <a:custGeom>
              <a:rect b="b" l="l" r="r" t="t"/>
              <a:pathLst>
                <a:path extrusionOk="0" h="1683" w="1679">
                  <a:moveTo>
                    <a:pt x="840" y="0"/>
                  </a:moveTo>
                  <a:cubicBezTo>
                    <a:pt x="377" y="0"/>
                    <a:pt x="1" y="377"/>
                    <a:pt x="1" y="841"/>
                  </a:cubicBezTo>
                  <a:cubicBezTo>
                    <a:pt x="1" y="1305"/>
                    <a:pt x="377" y="1683"/>
                    <a:pt x="840" y="1683"/>
                  </a:cubicBezTo>
                  <a:cubicBezTo>
                    <a:pt x="1303" y="1683"/>
                    <a:pt x="1678" y="1306"/>
                    <a:pt x="1678" y="841"/>
                  </a:cubicBezTo>
                  <a:cubicBezTo>
                    <a:pt x="1678" y="376"/>
                    <a:pt x="1303" y="0"/>
                    <a:pt x="8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7"/>
            <p:cNvSpPr/>
            <p:nvPr/>
          </p:nvSpPr>
          <p:spPr>
            <a:xfrm>
              <a:off x="2907999" y="1633228"/>
              <a:ext cx="26027" cy="45391"/>
            </a:xfrm>
            <a:custGeom>
              <a:rect b="b" l="l" r="r" t="t"/>
              <a:pathLst>
                <a:path extrusionOk="0" h="1451" w="832">
                  <a:moveTo>
                    <a:pt x="831" y="0"/>
                  </a:moveTo>
                  <a:lnTo>
                    <a:pt x="831" y="0"/>
                  </a:lnTo>
                  <a:lnTo>
                    <a:pt x="831" y="0"/>
                  </a:lnTo>
                  <a:cubicBezTo>
                    <a:pt x="831" y="0"/>
                    <a:pt x="831" y="0"/>
                    <a:pt x="831" y="0"/>
                  </a:cubicBezTo>
                  <a:close/>
                  <a:moveTo>
                    <a:pt x="831" y="0"/>
                  </a:moveTo>
                  <a:cubicBezTo>
                    <a:pt x="830" y="1"/>
                    <a:pt x="585" y="110"/>
                    <a:pt x="582" y="111"/>
                  </a:cubicBezTo>
                  <a:cubicBezTo>
                    <a:pt x="544" y="136"/>
                    <a:pt x="498" y="146"/>
                    <a:pt x="448" y="146"/>
                  </a:cubicBezTo>
                  <a:cubicBezTo>
                    <a:pt x="301" y="146"/>
                    <a:pt x="119" y="60"/>
                    <a:pt x="1" y="1"/>
                  </a:cubicBezTo>
                  <a:lnTo>
                    <a:pt x="1" y="1451"/>
                  </a:lnTo>
                  <a:cubicBezTo>
                    <a:pt x="134" y="1416"/>
                    <a:pt x="272" y="1397"/>
                    <a:pt x="416" y="1397"/>
                  </a:cubicBezTo>
                  <a:cubicBezTo>
                    <a:pt x="560" y="1397"/>
                    <a:pt x="698" y="1416"/>
                    <a:pt x="831" y="1451"/>
                  </a:cubicBezTo>
                  <a:lnTo>
                    <a:pt x="8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7"/>
            <p:cNvSpPr/>
            <p:nvPr/>
          </p:nvSpPr>
          <p:spPr>
            <a:xfrm>
              <a:off x="2972253" y="1604949"/>
              <a:ext cx="51647" cy="44703"/>
            </a:xfrm>
            <a:custGeom>
              <a:rect b="b" l="l" r="r" t="t"/>
              <a:pathLst>
                <a:path extrusionOk="0" h="1429" w="1651">
                  <a:moveTo>
                    <a:pt x="814" y="0"/>
                  </a:moveTo>
                  <a:lnTo>
                    <a:pt x="0" y="361"/>
                  </a:lnTo>
                  <a:lnTo>
                    <a:pt x="1064" y="1428"/>
                  </a:lnTo>
                  <a:cubicBezTo>
                    <a:pt x="1208" y="1186"/>
                    <a:pt x="1410" y="985"/>
                    <a:pt x="1651" y="842"/>
                  </a:cubicBezTo>
                  <a:lnTo>
                    <a:pt x="8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7"/>
            <p:cNvSpPr/>
            <p:nvPr/>
          </p:nvSpPr>
          <p:spPr>
            <a:xfrm>
              <a:off x="2711920" y="1520173"/>
              <a:ext cx="52523" cy="52648"/>
            </a:xfrm>
            <a:custGeom>
              <a:rect b="b" l="l" r="r" t="t"/>
              <a:pathLst>
                <a:path extrusionOk="0" h="1683" w="1679">
                  <a:moveTo>
                    <a:pt x="839" y="0"/>
                  </a:moveTo>
                  <a:cubicBezTo>
                    <a:pt x="376" y="0"/>
                    <a:pt x="1" y="377"/>
                    <a:pt x="1" y="841"/>
                  </a:cubicBezTo>
                  <a:cubicBezTo>
                    <a:pt x="1" y="1306"/>
                    <a:pt x="376" y="1683"/>
                    <a:pt x="839" y="1683"/>
                  </a:cubicBezTo>
                  <a:cubicBezTo>
                    <a:pt x="1302" y="1683"/>
                    <a:pt x="1678" y="1306"/>
                    <a:pt x="1678" y="841"/>
                  </a:cubicBezTo>
                  <a:cubicBezTo>
                    <a:pt x="1678" y="377"/>
                    <a:pt x="1302" y="0"/>
                    <a:pt x="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7"/>
            <p:cNvSpPr/>
            <p:nvPr/>
          </p:nvSpPr>
          <p:spPr>
            <a:xfrm>
              <a:off x="2894735" y="1338453"/>
              <a:ext cx="52523" cy="52648"/>
            </a:xfrm>
            <a:custGeom>
              <a:rect b="b" l="l" r="r" t="t"/>
              <a:pathLst>
                <a:path extrusionOk="0" h="1683" w="1679">
                  <a:moveTo>
                    <a:pt x="840" y="0"/>
                  </a:moveTo>
                  <a:cubicBezTo>
                    <a:pt x="377" y="0"/>
                    <a:pt x="1" y="376"/>
                    <a:pt x="1" y="841"/>
                  </a:cubicBezTo>
                  <a:cubicBezTo>
                    <a:pt x="1" y="1305"/>
                    <a:pt x="377" y="1682"/>
                    <a:pt x="840" y="1682"/>
                  </a:cubicBezTo>
                  <a:cubicBezTo>
                    <a:pt x="1303" y="1682"/>
                    <a:pt x="1678" y="1305"/>
                    <a:pt x="1678" y="841"/>
                  </a:cubicBezTo>
                  <a:cubicBezTo>
                    <a:pt x="1678" y="377"/>
                    <a:pt x="1303" y="0"/>
                    <a:pt x="8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7"/>
            <p:cNvSpPr/>
            <p:nvPr/>
          </p:nvSpPr>
          <p:spPr>
            <a:xfrm>
              <a:off x="2907999" y="1415470"/>
              <a:ext cx="26027" cy="45891"/>
            </a:xfrm>
            <a:custGeom>
              <a:rect b="b" l="l" r="r" t="t"/>
              <a:pathLst>
                <a:path extrusionOk="0" h="1467" w="832">
                  <a:moveTo>
                    <a:pt x="1" y="0"/>
                  </a:moveTo>
                  <a:lnTo>
                    <a:pt x="1" y="1464"/>
                  </a:lnTo>
                  <a:lnTo>
                    <a:pt x="249" y="1355"/>
                  </a:lnTo>
                  <a:cubicBezTo>
                    <a:pt x="303" y="1332"/>
                    <a:pt x="361" y="1320"/>
                    <a:pt x="418" y="1320"/>
                  </a:cubicBezTo>
                  <a:cubicBezTo>
                    <a:pt x="476" y="1320"/>
                    <a:pt x="533" y="1332"/>
                    <a:pt x="587" y="1356"/>
                  </a:cubicBezTo>
                  <a:lnTo>
                    <a:pt x="831" y="1467"/>
                  </a:lnTo>
                  <a:lnTo>
                    <a:pt x="831" y="0"/>
                  </a:lnTo>
                  <a:cubicBezTo>
                    <a:pt x="698" y="34"/>
                    <a:pt x="560" y="52"/>
                    <a:pt x="416" y="52"/>
                  </a:cubicBezTo>
                  <a:cubicBezTo>
                    <a:pt x="272" y="52"/>
                    <a:pt x="134" y="34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7"/>
            <p:cNvSpPr/>
            <p:nvPr/>
          </p:nvSpPr>
          <p:spPr>
            <a:xfrm>
              <a:off x="2969281" y="1440653"/>
              <a:ext cx="55745" cy="48175"/>
            </a:xfrm>
            <a:custGeom>
              <a:rect b="b" l="l" r="r" t="t"/>
              <a:pathLst>
                <a:path extrusionOk="0" h="1540" w="1782">
                  <a:moveTo>
                    <a:pt x="1168" y="0"/>
                  </a:moveTo>
                  <a:lnTo>
                    <a:pt x="1" y="1173"/>
                  </a:lnTo>
                  <a:lnTo>
                    <a:pt x="808" y="1539"/>
                  </a:lnTo>
                  <a:lnTo>
                    <a:pt x="1782" y="561"/>
                  </a:lnTo>
                  <a:cubicBezTo>
                    <a:pt x="1533" y="428"/>
                    <a:pt x="1322" y="234"/>
                    <a:pt x="1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7"/>
            <p:cNvSpPr/>
            <p:nvPr/>
          </p:nvSpPr>
          <p:spPr>
            <a:xfrm>
              <a:off x="2818155" y="1444407"/>
              <a:ext cx="51741" cy="44640"/>
            </a:xfrm>
            <a:custGeom>
              <a:rect b="b" l="l" r="r" t="t"/>
              <a:pathLst>
                <a:path extrusionOk="0" h="1427" w="1654">
                  <a:moveTo>
                    <a:pt x="589" y="0"/>
                  </a:moveTo>
                  <a:cubicBezTo>
                    <a:pt x="446" y="241"/>
                    <a:pt x="242" y="445"/>
                    <a:pt x="0" y="588"/>
                  </a:cubicBezTo>
                  <a:lnTo>
                    <a:pt x="836" y="1426"/>
                  </a:lnTo>
                  <a:lnTo>
                    <a:pt x="1654" y="1070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9" name="Google Shape;289;p37"/>
          <p:cNvGrpSpPr/>
          <p:nvPr/>
        </p:nvGrpSpPr>
        <p:grpSpPr>
          <a:xfrm>
            <a:off x="5228036" y="3460546"/>
            <a:ext cx="424159" cy="292147"/>
            <a:chOff x="4598098" y="2859596"/>
            <a:chExt cx="424159" cy="292147"/>
          </a:xfrm>
        </p:grpSpPr>
        <p:sp>
          <p:nvSpPr>
            <p:cNvPr id="290" name="Google Shape;290;p37"/>
            <p:cNvSpPr/>
            <p:nvPr/>
          </p:nvSpPr>
          <p:spPr>
            <a:xfrm>
              <a:off x="4598098" y="2988167"/>
              <a:ext cx="212940" cy="163576"/>
            </a:xfrm>
            <a:custGeom>
              <a:rect b="b" l="l" r="r" t="t"/>
              <a:pathLst>
                <a:path extrusionOk="0" h="5229" w="6807">
                  <a:moveTo>
                    <a:pt x="1547" y="0"/>
                  </a:moveTo>
                  <a:cubicBezTo>
                    <a:pt x="1481" y="0"/>
                    <a:pt x="1414" y="17"/>
                    <a:pt x="1352" y="53"/>
                  </a:cubicBezTo>
                  <a:cubicBezTo>
                    <a:pt x="1337" y="60"/>
                    <a:pt x="1007" y="254"/>
                    <a:pt x="688" y="560"/>
                  </a:cubicBezTo>
                  <a:cubicBezTo>
                    <a:pt x="218" y="1012"/>
                    <a:pt x="1" y="1496"/>
                    <a:pt x="59" y="1961"/>
                  </a:cubicBezTo>
                  <a:cubicBezTo>
                    <a:pt x="160" y="2759"/>
                    <a:pt x="1008" y="3374"/>
                    <a:pt x="2656" y="3841"/>
                  </a:cubicBezTo>
                  <a:cubicBezTo>
                    <a:pt x="3372" y="4044"/>
                    <a:pt x="4485" y="4251"/>
                    <a:pt x="5474" y="4343"/>
                  </a:cubicBezTo>
                  <a:lnTo>
                    <a:pt x="5256" y="4552"/>
                  </a:lnTo>
                  <a:cubicBezTo>
                    <a:pt x="5100" y="4701"/>
                    <a:pt x="5094" y="4949"/>
                    <a:pt x="5243" y="5107"/>
                  </a:cubicBezTo>
                  <a:cubicBezTo>
                    <a:pt x="5320" y="5188"/>
                    <a:pt x="5423" y="5229"/>
                    <a:pt x="5527" y="5229"/>
                  </a:cubicBezTo>
                  <a:cubicBezTo>
                    <a:pt x="5624" y="5229"/>
                    <a:pt x="5722" y="5193"/>
                    <a:pt x="5798" y="5121"/>
                  </a:cubicBezTo>
                  <a:lnTo>
                    <a:pt x="6676" y="4285"/>
                  </a:lnTo>
                  <a:cubicBezTo>
                    <a:pt x="6743" y="4216"/>
                    <a:pt x="6807" y="4109"/>
                    <a:pt x="6797" y="3975"/>
                  </a:cubicBezTo>
                  <a:cubicBezTo>
                    <a:pt x="6789" y="3906"/>
                    <a:pt x="6768" y="3818"/>
                    <a:pt x="6701" y="3742"/>
                  </a:cubicBezTo>
                  <a:lnTo>
                    <a:pt x="5907" y="2830"/>
                  </a:lnTo>
                  <a:cubicBezTo>
                    <a:pt x="5830" y="2742"/>
                    <a:pt x="5721" y="2696"/>
                    <a:pt x="5611" y="2696"/>
                  </a:cubicBezTo>
                  <a:cubicBezTo>
                    <a:pt x="5520" y="2696"/>
                    <a:pt x="5428" y="2728"/>
                    <a:pt x="5353" y="2792"/>
                  </a:cubicBezTo>
                  <a:cubicBezTo>
                    <a:pt x="5189" y="2935"/>
                    <a:pt x="5173" y="3182"/>
                    <a:pt x="5315" y="3346"/>
                  </a:cubicBezTo>
                  <a:lnTo>
                    <a:pt x="5500" y="3558"/>
                  </a:lnTo>
                  <a:cubicBezTo>
                    <a:pt x="4574" y="3468"/>
                    <a:pt x="3524" y="3271"/>
                    <a:pt x="2869" y="3086"/>
                  </a:cubicBezTo>
                  <a:cubicBezTo>
                    <a:pt x="2284" y="2921"/>
                    <a:pt x="915" y="2469"/>
                    <a:pt x="838" y="1864"/>
                  </a:cubicBezTo>
                  <a:cubicBezTo>
                    <a:pt x="783" y="1439"/>
                    <a:pt x="1427" y="917"/>
                    <a:pt x="1745" y="732"/>
                  </a:cubicBezTo>
                  <a:cubicBezTo>
                    <a:pt x="1931" y="623"/>
                    <a:pt x="1996" y="383"/>
                    <a:pt x="1888" y="196"/>
                  </a:cubicBezTo>
                  <a:cubicBezTo>
                    <a:pt x="1815" y="70"/>
                    <a:pt x="1683" y="0"/>
                    <a:pt x="15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7"/>
            <p:cNvSpPr/>
            <p:nvPr/>
          </p:nvSpPr>
          <p:spPr>
            <a:xfrm>
              <a:off x="4889182" y="2988229"/>
              <a:ext cx="133076" cy="126413"/>
            </a:xfrm>
            <a:custGeom>
              <a:rect b="b" l="l" r="r" t="t"/>
              <a:pathLst>
                <a:path extrusionOk="0" h="4041" w="4254">
                  <a:moveTo>
                    <a:pt x="2835" y="0"/>
                  </a:moveTo>
                  <a:cubicBezTo>
                    <a:pt x="2703" y="0"/>
                    <a:pt x="2574" y="67"/>
                    <a:pt x="2500" y="189"/>
                  </a:cubicBezTo>
                  <a:cubicBezTo>
                    <a:pt x="2387" y="374"/>
                    <a:pt x="2444" y="616"/>
                    <a:pt x="2631" y="729"/>
                  </a:cubicBezTo>
                  <a:cubicBezTo>
                    <a:pt x="2633" y="730"/>
                    <a:pt x="2839" y="858"/>
                    <a:pt x="3031" y="1062"/>
                  </a:cubicBezTo>
                  <a:cubicBezTo>
                    <a:pt x="3183" y="1224"/>
                    <a:pt x="3357" y="1468"/>
                    <a:pt x="3319" y="1708"/>
                  </a:cubicBezTo>
                  <a:cubicBezTo>
                    <a:pt x="3278" y="1970"/>
                    <a:pt x="2906" y="2643"/>
                    <a:pt x="340" y="3266"/>
                  </a:cubicBezTo>
                  <a:cubicBezTo>
                    <a:pt x="130" y="3318"/>
                    <a:pt x="1" y="3529"/>
                    <a:pt x="52" y="3740"/>
                  </a:cubicBezTo>
                  <a:cubicBezTo>
                    <a:pt x="95" y="3920"/>
                    <a:pt x="256" y="4041"/>
                    <a:pt x="433" y="4041"/>
                  </a:cubicBezTo>
                  <a:cubicBezTo>
                    <a:pt x="463" y="4041"/>
                    <a:pt x="494" y="4037"/>
                    <a:pt x="525" y="4030"/>
                  </a:cubicBezTo>
                  <a:cubicBezTo>
                    <a:pt x="2781" y="3482"/>
                    <a:pt x="3947" y="2762"/>
                    <a:pt x="4094" y="1830"/>
                  </a:cubicBezTo>
                  <a:cubicBezTo>
                    <a:pt x="4254" y="812"/>
                    <a:pt x="3089" y="88"/>
                    <a:pt x="3039" y="58"/>
                  </a:cubicBezTo>
                  <a:cubicBezTo>
                    <a:pt x="2975" y="19"/>
                    <a:pt x="2905" y="0"/>
                    <a:pt x="28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7"/>
            <p:cNvSpPr/>
            <p:nvPr/>
          </p:nvSpPr>
          <p:spPr>
            <a:xfrm>
              <a:off x="4680497" y="2908991"/>
              <a:ext cx="63691" cy="118905"/>
            </a:xfrm>
            <a:custGeom>
              <a:rect b="b" l="l" r="r" t="t"/>
              <a:pathLst>
                <a:path extrusionOk="0" h="3801" w="2036">
                  <a:moveTo>
                    <a:pt x="392" y="1"/>
                  </a:moveTo>
                  <a:cubicBezTo>
                    <a:pt x="175" y="1"/>
                    <a:pt x="0" y="177"/>
                    <a:pt x="0" y="393"/>
                  </a:cubicBezTo>
                  <a:cubicBezTo>
                    <a:pt x="0" y="610"/>
                    <a:pt x="175" y="785"/>
                    <a:pt x="392" y="785"/>
                  </a:cubicBezTo>
                  <a:lnTo>
                    <a:pt x="888" y="785"/>
                  </a:lnTo>
                  <a:cubicBezTo>
                    <a:pt x="1087" y="785"/>
                    <a:pt x="1249" y="947"/>
                    <a:pt x="1249" y="1146"/>
                  </a:cubicBezTo>
                  <a:cubicBezTo>
                    <a:pt x="1249" y="1347"/>
                    <a:pt x="1087" y="1511"/>
                    <a:pt x="888" y="1511"/>
                  </a:cubicBezTo>
                  <a:lnTo>
                    <a:pt x="392" y="1511"/>
                  </a:lnTo>
                  <a:cubicBezTo>
                    <a:pt x="175" y="1511"/>
                    <a:pt x="0" y="1686"/>
                    <a:pt x="0" y="1902"/>
                  </a:cubicBezTo>
                  <a:cubicBezTo>
                    <a:pt x="0" y="2119"/>
                    <a:pt x="175" y="2295"/>
                    <a:pt x="392" y="2295"/>
                  </a:cubicBezTo>
                  <a:lnTo>
                    <a:pt x="888" y="2295"/>
                  </a:lnTo>
                  <a:cubicBezTo>
                    <a:pt x="1087" y="2295"/>
                    <a:pt x="1249" y="2456"/>
                    <a:pt x="1249" y="2655"/>
                  </a:cubicBezTo>
                  <a:cubicBezTo>
                    <a:pt x="1249" y="2854"/>
                    <a:pt x="1087" y="3015"/>
                    <a:pt x="888" y="3015"/>
                  </a:cubicBezTo>
                  <a:lnTo>
                    <a:pt x="410" y="3015"/>
                  </a:lnTo>
                  <a:cubicBezTo>
                    <a:pt x="194" y="3015"/>
                    <a:pt x="18" y="3191"/>
                    <a:pt x="18" y="3408"/>
                  </a:cubicBezTo>
                  <a:cubicBezTo>
                    <a:pt x="18" y="3625"/>
                    <a:pt x="194" y="3800"/>
                    <a:pt x="410" y="3800"/>
                  </a:cubicBezTo>
                  <a:lnTo>
                    <a:pt x="888" y="3800"/>
                  </a:lnTo>
                  <a:cubicBezTo>
                    <a:pt x="1520" y="3800"/>
                    <a:pt x="2035" y="3286"/>
                    <a:pt x="2035" y="2654"/>
                  </a:cubicBezTo>
                  <a:cubicBezTo>
                    <a:pt x="2035" y="2365"/>
                    <a:pt x="1927" y="2102"/>
                    <a:pt x="1751" y="1900"/>
                  </a:cubicBezTo>
                  <a:cubicBezTo>
                    <a:pt x="1928" y="1698"/>
                    <a:pt x="2035" y="1435"/>
                    <a:pt x="2035" y="1147"/>
                  </a:cubicBezTo>
                  <a:cubicBezTo>
                    <a:pt x="2035" y="516"/>
                    <a:pt x="1520" y="1"/>
                    <a:pt x="8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7"/>
            <p:cNvSpPr/>
            <p:nvPr/>
          </p:nvSpPr>
          <p:spPr>
            <a:xfrm>
              <a:off x="4867003" y="2906144"/>
              <a:ext cx="68884" cy="122346"/>
            </a:xfrm>
            <a:custGeom>
              <a:rect b="b" l="l" r="r" t="t"/>
              <a:pathLst>
                <a:path extrusionOk="0" h="3911" w="2202">
                  <a:moveTo>
                    <a:pt x="1102" y="785"/>
                  </a:moveTo>
                  <a:cubicBezTo>
                    <a:pt x="1276" y="785"/>
                    <a:pt x="1417" y="927"/>
                    <a:pt x="1417" y="1101"/>
                  </a:cubicBezTo>
                  <a:lnTo>
                    <a:pt x="1417" y="2810"/>
                  </a:lnTo>
                  <a:cubicBezTo>
                    <a:pt x="1417" y="2983"/>
                    <a:pt x="1275" y="3126"/>
                    <a:pt x="1102" y="3126"/>
                  </a:cubicBezTo>
                  <a:cubicBezTo>
                    <a:pt x="929" y="3126"/>
                    <a:pt x="787" y="2984"/>
                    <a:pt x="787" y="2810"/>
                  </a:cubicBezTo>
                  <a:lnTo>
                    <a:pt x="787" y="1101"/>
                  </a:lnTo>
                  <a:cubicBezTo>
                    <a:pt x="787" y="928"/>
                    <a:pt x="927" y="785"/>
                    <a:pt x="1102" y="785"/>
                  </a:cubicBezTo>
                  <a:close/>
                  <a:moveTo>
                    <a:pt x="1101" y="0"/>
                  </a:moveTo>
                  <a:cubicBezTo>
                    <a:pt x="494" y="0"/>
                    <a:pt x="1" y="495"/>
                    <a:pt x="1" y="1101"/>
                  </a:cubicBezTo>
                  <a:lnTo>
                    <a:pt x="1" y="2810"/>
                  </a:lnTo>
                  <a:cubicBezTo>
                    <a:pt x="1" y="3417"/>
                    <a:pt x="494" y="3911"/>
                    <a:pt x="1101" y="3911"/>
                  </a:cubicBezTo>
                  <a:cubicBezTo>
                    <a:pt x="1707" y="3911"/>
                    <a:pt x="2201" y="3417"/>
                    <a:pt x="2201" y="2810"/>
                  </a:cubicBezTo>
                  <a:lnTo>
                    <a:pt x="2201" y="1101"/>
                  </a:lnTo>
                  <a:cubicBezTo>
                    <a:pt x="2201" y="495"/>
                    <a:pt x="1707" y="0"/>
                    <a:pt x="1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7"/>
            <p:cNvSpPr/>
            <p:nvPr/>
          </p:nvSpPr>
          <p:spPr>
            <a:xfrm>
              <a:off x="4772530" y="2909648"/>
              <a:ext cx="65412" cy="117153"/>
            </a:xfrm>
            <a:custGeom>
              <a:rect b="b" l="l" r="r" t="t"/>
              <a:pathLst>
                <a:path extrusionOk="0" h="3745" w="2091">
                  <a:moveTo>
                    <a:pt x="1043" y="2199"/>
                  </a:moveTo>
                  <a:cubicBezTo>
                    <a:pt x="1187" y="2199"/>
                    <a:pt x="1304" y="2316"/>
                    <a:pt x="1304" y="2460"/>
                  </a:cubicBezTo>
                  <a:lnTo>
                    <a:pt x="1304" y="2698"/>
                  </a:lnTo>
                  <a:lnTo>
                    <a:pt x="1305" y="2698"/>
                  </a:lnTo>
                  <a:cubicBezTo>
                    <a:pt x="1305" y="2842"/>
                    <a:pt x="1188" y="2958"/>
                    <a:pt x="1044" y="2958"/>
                  </a:cubicBezTo>
                  <a:cubicBezTo>
                    <a:pt x="901" y="2958"/>
                    <a:pt x="785" y="2842"/>
                    <a:pt x="785" y="2698"/>
                  </a:cubicBezTo>
                  <a:lnTo>
                    <a:pt x="785" y="2452"/>
                  </a:lnTo>
                  <a:cubicBezTo>
                    <a:pt x="786" y="2385"/>
                    <a:pt x="812" y="2322"/>
                    <a:pt x="860" y="2275"/>
                  </a:cubicBezTo>
                  <a:cubicBezTo>
                    <a:pt x="909" y="2226"/>
                    <a:pt x="974" y="2199"/>
                    <a:pt x="1043" y="2199"/>
                  </a:cubicBezTo>
                  <a:close/>
                  <a:moveTo>
                    <a:pt x="1111" y="0"/>
                  </a:moveTo>
                  <a:cubicBezTo>
                    <a:pt x="500" y="0"/>
                    <a:pt x="1" y="498"/>
                    <a:pt x="1" y="1111"/>
                  </a:cubicBezTo>
                  <a:lnTo>
                    <a:pt x="1" y="2447"/>
                  </a:lnTo>
                  <a:lnTo>
                    <a:pt x="1" y="2460"/>
                  </a:lnTo>
                  <a:lnTo>
                    <a:pt x="1" y="2699"/>
                  </a:lnTo>
                  <a:lnTo>
                    <a:pt x="1" y="2709"/>
                  </a:lnTo>
                  <a:cubicBezTo>
                    <a:pt x="6" y="3282"/>
                    <a:pt x="473" y="3744"/>
                    <a:pt x="1046" y="3744"/>
                  </a:cubicBezTo>
                  <a:cubicBezTo>
                    <a:pt x="1622" y="3744"/>
                    <a:pt x="2091" y="3275"/>
                    <a:pt x="2091" y="2699"/>
                  </a:cubicBezTo>
                  <a:lnTo>
                    <a:pt x="2091" y="2460"/>
                  </a:lnTo>
                  <a:cubicBezTo>
                    <a:pt x="2090" y="1884"/>
                    <a:pt x="1622" y="1415"/>
                    <a:pt x="1046" y="1415"/>
                  </a:cubicBezTo>
                  <a:cubicBezTo>
                    <a:pt x="956" y="1415"/>
                    <a:pt x="869" y="1425"/>
                    <a:pt x="786" y="1446"/>
                  </a:cubicBezTo>
                  <a:lnTo>
                    <a:pt x="786" y="1111"/>
                  </a:lnTo>
                  <a:cubicBezTo>
                    <a:pt x="786" y="932"/>
                    <a:pt x="931" y="785"/>
                    <a:pt x="1111" y="785"/>
                  </a:cubicBezTo>
                  <a:lnTo>
                    <a:pt x="1628" y="785"/>
                  </a:lnTo>
                  <a:cubicBezTo>
                    <a:pt x="1844" y="785"/>
                    <a:pt x="2021" y="609"/>
                    <a:pt x="2021" y="393"/>
                  </a:cubicBezTo>
                  <a:cubicBezTo>
                    <a:pt x="2021" y="177"/>
                    <a:pt x="1844" y="0"/>
                    <a:pt x="16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7"/>
            <p:cNvSpPr/>
            <p:nvPr/>
          </p:nvSpPr>
          <p:spPr>
            <a:xfrm>
              <a:off x="4947931" y="2859596"/>
              <a:ext cx="33848" cy="33848"/>
            </a:xfrm>
            <a:custGeom>
              <a:rect b="b" l="l" r="r" t="t"/>
              <a:pathLst>
                <a:path extrusionOk="0" h="1082" w="1082">
                  <a:moveTo>
                    <a:pt x="541" y="1"/>
                  </a:moveTo>
                  <a:cubicBezTo>
                    <a:pt x="243" y="1"/>
                    <a:pt x="1" y="243"/>
                    <a:pt x="1" y="541"/>
                  </a:cubicBezTo>
                  <a:cubicBezTo>
                    <a:pt x="1" y="839"/>
                    <a:pt x="242" y="1081"/>
                    <a:pt x="541" y="1081"/>
                  </a:cubicBezTo>
                  <a:cubicBezTo>
                    <a:pt x="838" y="1081"/>
                    <a:pt x="1081" y="840"/>
                    <a:pt x="1081" y="541"/>
                  </a:cubicBezTo>
                  <a:cubicBezTo>
                    <a:pt x="1081" y="244"/>
                    <a:pt x="838" y="1"/>
                    <a:pt x="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" name="Google Shape;296;p37"/>
          <p:cNvGrpSpPr/>
          <p:nvPr/>
        </p:nvGrpSpPr>
        <p:grpSpPr>
          <a:xfrm>
            <a:off x="3571563" y="3397557"/>
            <a:ext cx="332408" cy="418122"/>
            <a:chOff x="3299906" y="3459594"/>
            <a:chExt cx="332408" cy="418122"/>
          </a:xfrm>
        </p:grpSpPr>
        <p:sp>
          <p:nvSpPr>
            <p:cNvPr id="297" name="Google Shape;297;p37"/>
            <p:cNvSpPr/>
            <p:nvPr/>
          </p:nvSpPr>
          <p:spPr>
            <a:xfrm>
              <a:off x="3299906" y="3618228"/>
              <a:ext cx="45485" cy="44890"/>
            </a:xfrm>
            <a:custGeom>
              <a:rect b="b" l="l" r="r" t="t"/>
              <a:pathLst>
                <a:path extrusionOk="0" h="1435" w="1454">
                  <a:moveTo>
                    <a:pt x="668" y="1"/>
                  </a:moveTo>
                  <a:cubicBezTo>
                    <a:pt x="577" y="1"/>
                    <a:pt x="485" y="20"/>
                    <a:pt x="397" y="60"/>
                  </a:cubicBezTo>
                  <a:cubicBezTo>
                    <a:pt x="228" y="137"/>
                    <a:pt x="106" y="280"/>
                    <a:pt x="54" y="458"/>
                  </a:cubicBezTo>
                  <a:cubicBezTo>
                    <a:pt x="1" y="637"/>
                    <a:pt x="26" y="821"/>
                    <a:pt x="126" y="978"/>
                  </a:cubicBezTo>
                  <a:lnTo>
                    <a:pt x="275" y="1217"/>
                  </a:lnTo>
                  <a:cubicBezTo>
                    <a:pt x="321" y="1289"/>
                    <a:pt x="366" y="1362"/>
                    <a:pt x="410" y="1435"/>
                  </a:cubicBezTo>
                  <a:lnTo>
                    <a:pt x="1453" y="700"/>
                  </a:lnTo>
                  <a:lnTo>
                    <a:pt x="1213" y="306"/>
                  </a:lnTo>
                  <a:cubicBezTo>
                    <a:pt x="1094" y="110"/>
                    <a:pt x="885" y="1"/>
                    <a:pt x="6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7"/>
            <p:cNvSpPr/>
            <p:nvPr/>
          </p:nvSpPr>
          <p:spPr>
            <a:xfrm>
              <a:off x="3419562" y="3487780"/>
              <a:ext cx="32503" cy="32972"/>
            </a:xfrm>
            <a:custGeom>
              <a:rect b="b" l="l" r="r" t="t"/>
              <a:pathLst>
                <a:path extrusionOk="0" h="1054" w="1039">
                  <a:moveTo>
                    <a:pt x="512" y="1"/>
                  </a:moveTo>
                  <a:cubicBezTo>
                    <a:pt x="220" y="1"/>
                    <a:pt x="1" y="207"/>
                    <a:pt x="1" y="481"/>
                  </a:cubicBezTo>
                  <a:lnTo>
                    <a:pt x="1" y="1053"/>
                  </a:lnTo>
                  <a:lnTo>
                    <a:pt x="1038" y="1053"/>
                  </a:lnTo>
                  <a:lnTo>
                    <a:pt x="1038" y="481"/>
                  </a:lnTo>
                  <a:lnTo>
                    <a:pt x="1039" y="481"/>
                  </a:lnTo>
                  <a:cubicBezTo>
                    <a:pt x="1039" y="207"/>
                    <a:pt x="819" y="1"/>
                    <a:pt x="5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7"/>
            <p:cNvSpPr/>
            <p:nvPr/>
          </p:nvSpPr>
          <p:spPr>
            <a:xfrm>
              <a:off x="3326308" y="3528384"/>
              <a:ext cx="305880" cy="349332"/>
            </a:xfrm>
            <a:custGeom>
              <a:rect b="b" l="l" r="r" t="t"/>
              <a:pathLst>
                <a:path extrusionOk="0" h="11167" w="9778">
                  <a:moveTo>
                    <a:pt x="4254" y="5299"/>
                  </a:moveTo>
                  <a:cubicBezTo>
                    <a:pt x="4499" y="5299"/>
                    <a:pt x="4697" y="5497"/>
                    <a:pt x="4697" y="5741"/>
                  </a:cubicBezTo>
                  <a:cubicBezTo>
                    <a:pt x="4698" y="5984"/>
                    <a:pt x="4499" y="6183"/>
                    <a:pt x="4254" y="6183"/>
                  </a:cubicBezTo>
                  <a:cubicBezTo>
                    <a:pt x="4010" y="6183"/>
                    <a:pt x="3812" y="5984"/>
                    <a:pt x="3812" y="5741"/>
                  </a:cubicBezTo>
                  <a:cubicBezTo>
                    <a:pt x="3812" y="5496"/>
                    <a:pt x="4011" y="5299"/>
                    <a:pt x="4254" y="5299"/>
                  </a:cubicBezTo>
                  <a:close/>
                  <a:moveTo>
                    <a:pt x="7569" y="5299"/>
                  </a:moveTo>
                  <a:cubicBezTo>
                    <a:pt x="7813" y="5299"/>
                    <a:pt x="8011" y="5497"/>
                    <a:pt x="8011" y="5741"/>
                  </a:cubicBezTo>
                  <a:cubicBezTo>
                    <a:pt x="8012" y="5984"/>
                    <a:pt x="7813" y="6183"/>
                    <a:pt x="7569" y="6183"/>
                  </a:cubicBezTo>
                  <a:cubicBezTo>
                    <a:pt x="7324" y="6183"/>
                    <a:pt x="7126" y="5984"/>
                    <a:pt x="7126" y="5741"/>
                  </a:cubicBezTo>
                  <a:cubicBezTo>
                    <a:pt x="7126" y="5496"/>
                    <a:pt x="7325" y="5299"/>
                    <a:pt x="7569" y="5299"/>
                  </a:cubicBezTo>
                  <a:close/>
                  <a:moveTo>
                    <a:pt x="4903" y="0"/>
                  </a:moveTo>
                  <a:lnTo>
                    <a:pt x="4903" y="3598"/>
                  </a:lnTo>
                  <a:cubicBezTo>
                    <a:pt x="4903" y="3842"/>
                    <a:pt x="4705" y="4041"/>
                    <a:pt x="4460" y="4041"/>
                  </a:cubicBezTo>
                  <a:cubicBezTo>
                    <a:pt x="4453" y="4041"/>
                    <a:pt x="4446" y="4040"/>
                    <a:pt x="4438" y="4040"/>
                  </a:cubicBezTo>
                  <a:cubicBezTo>
                    <a:pt x="4200" y="4029"/>
                    <a:pt x="4017" y="3824"/>
                    <a:pt x="4017" y="3586"/>
                  </a:cubicBezTo>
                  <a:lnTo>
                    <a:pt x="4017" y="642"/>
                  </a:lnTo>
                  <a:lnTo>
                    <a:pt x="2980" y="642"/>
                  </a:lnTo>
                  <a:lnTo>
                    <a:pt x="2980" y="3319"/>
                  </a:lnTo>
                  <a:lnTo>
                    <a:pt x="2980" y="5886"/>
                  </a:lnTo>
                  <a:cubicBezTo>
                    <a:pt x="2959" y="6143"/>
                    <a:pt x="2745" y="6303"/>
                    <a:pt x="2525" y="6303"/>
                  </a:cubicBezTo>
                  <a:cubicBezTo>
                    <a:pt x="2409" y="6303"/>
                    <a:pt x="2291" y="6259"/>
                    <a:pt x="2199" y="6160"/>
                  </a:cubicBezTo>
                  <a:lnTo>
                    <a:pt x="2159" y="6117"/>
                  </a:lnTo>
                  <a:lnTo>
                    <a:pt x="1067" y="4327"/>
                  </a:lnTo>
                  <a:lnTo>
                    <a:pt x="1" y="5079"/>
                  </a:lnTo>
                  <a:cubicBezTo>
                    <a:pt x="499" y="6018"/>
                    <a:pt x="919" y="7030"/>
                    <a:pt x="1252" y="8102"/>
                  </a:cubicBezTo>
                  <a:cubicBezTo>
                    <a:pt x="1523" y="8971"/>
                    <a:pt x="2074" y="9752"/>
                    <a:pt x="2807" y="10299"/>
                  </a:cubicBezTo>
                  <a:cubicBezTo>
                    <a:pt x="3564" y="10866"/>
                    <a:pt x="4467" y="11164"/>
                    <a:pt x="5415" y="11164"/>
                  </a:cubicBezTo>
                  <a:lnTo>
                    <a:pt x="5467" y="11164"/>
                  </a:lnTo>
                  <a:lnTo>
                    <a:pt x="5467" y="8994"/>
                  </a:lnTo>
                  <a:lnTo>
                    <a:pt x="4240" y="8994"/>
                  </a:lnTo>
                  <a:cubicBezTo>
                    <a:pt x="3995" y="8994"/>
                    <a:pt x="3797" y="8795"/>
                    <a:pt x="3797" y="8551"/>
                  </a:cubicBezTo>
                  <a:lnTo>
                    <a:pt x="3797" y="7136"/>
                  </a:lnTo>
                  <a:cubicBezTo>
                    <a:pt x="3797" y="6892"/>
                    <a:pt x="3995" y="6693"/>
                    <a:pt x="4240" y="6693"/>
                  </a:cubicBezTo>
                  <a:cubicBezTo>
                    <a:pt x="4247" y="6693"/>
                    <a:pt x="4255" y="6693"/>
                    <a:pt x="4262" y="6694"/>
                  </a:cubicBezTo>
                  <a:cubicBezTo>
                    <a:pt x="4500" y="6705"/>
                    <a:pt x="4683" y="6910"/>
                    <a:pt x="4683" y="7148"/>
                  </a:cubicBezTo>
                  <a:lnTo>
                    <a:pt x="4683" y="8107"/>
                  </a:lnTo>
                  <a:lnTo>
                    <a:pt x="5468" y="8107"/>
                  </a:lnTo>
                  <a:lnTo>
                    <a:pt x="5468" y="6148"/>
                  </a:lnTo>
                  <a:cubicBezTo>
                    <a:pt x="5468" y="5903"/>
                    <a:pt x="5667" y="5705"/>
                    <a:pt x="5913" y="5705"/>
                  </a:cubicBezTo>
                  <a:cubicBezTo>
                    <a:pt x="5919" y="5705"/>
                    <a:pt x="5926" y="5706"/>
                    <a:pt x="5933" y="5706"/>
                  </a:cubicBezTo>
                  <a:cubicBezTo>
                    <a:pt x="6171" y="5717"/>
                    <a:pt x="6354" y="5922"/>
                    <a:pt x="6354" y="6161"/>
                  </a:cubicBezTo>
                  <a:lnTo>
                    <a:pt x="6354" y="8109"/>
                  </a:lnTo>
                  <a:lnTo>
                    <a:pt x="7139" y="8109"/>
                  </a:lnTo>
                  <a:lnTo>
                    <a:pt x="7139" y="7137"/>
                  </a:lnTo>
                  <a:cubicBezTo>
                    <a:pt x="7139" y="6892"/>
                    <a:pt x="7338" y="6694"/>
                    <a:pt x="7583" y="6694"/>
                  </a:cubicBezTo>
                  <a:cubicBezTo>
                    <a:pt x="7589" y="6694"/>
                    <a:pt x="7596" y="6694"/>
                    <a:pt x="7603" y="6695"/>
                  </a:cubicBezTo>
                  <a:cubicBezTo>
                    <a:pt x="7842" y="6706"/>
                    <a:pt x="8025" y="6911"/>
                    <a:pt x="8025" y="7150"/>
                  </a:cubicBezTo>
                  <a:lnTo>
                    <a:pt x="8025" y="8552"/>
                  </a:lnTo>
                  <a:cubicBezTo>
                    <a:pt x="8025" y="8798"/>
                    <a:pt x="7826" y="8995"/>
                    <a:pt x="7582" y="8995"/>
                  </a:cubicBezTo>
                  <a:lnTo>
                    <a:pt x="6355" y="8995"/>
                  </a:lnTo>
                  <a:lnTo>
                    <a:pt x="6355" y="11166"/>
                  </a:lnTo>
                  <a:lnTo>
                    <a:pt x="6636" y="11166"/>
                  </a:lnTo>
                  <a:cubicBezTo>
                    <a:pt x="7475" y="11166"/>
                    <a:pt x="8264" y="10839"/>
                    <a:pt x="8857" y="10244"/>
                  </a:cubicBezTo>
                  <a:cubicBezTo>
                    <a:pt x="9451" y="9650"/>
                    <a:pt x="9777" y="8860"/>
                    <a:pt x="9775" y="8020"/>
                  </a:cubicBezTo>
                  <a:lnTo>
                    <a:pt x="9771" y="5310"/>
                  </a:lnTo>
                  <a:lnTo>
                    <a:pt x="9778" y="2155"/>
                  </a:lnTo>
                  <a:lnTo>
                    <a:pt x="8757" y="2155"/>
                  </a:lnTo>
                  <a:lnTo>
                    <a:pt x="8754" y="3840"/>
                  </a:lnTo>
                  <a:cubicBezTo>
                    <a:pt x="8754" y="4084"/>
                    <a:pt x="8555" y="4283"/>
                    <a:pt x="8311" y="4283"/>
                  </a:cubicBezTo>
                  <a:lnTo>
                    <a:pt x="8310" y="4283"/>
                  </a:lnTo>
                  <a:cubicBezTo>
                    <a:pt x="8064" y="4283"/>
                    <a:pt x="7868" y="4084"/>
                    <a:pt x="7868" y="3840"/>
                  </a:cubicBezTo>
                  <a:lnTo>
                    <a:pt x="7872" y="1537"/>
                  </a:lnTo>
                  <a:lnTo>
                    <a:pt x="7872" y="1534"/>
                  </a:lnTo>
                  <a:lnTo>
                    <a:pt x="7872" y="1530"/>
                  </a:lnTo>
                  <a:lnTo>
                    <a:pt x="7873" y="301"/>
                  </a:lnTo>
                  <a:lnTo>
                    <a:pt x="6825" y="301"/>
                  </a:lnTo>
                  <a:lnTo>
                    <a:pt x="6825" y="3598"/>
                  </a:lnTo>
                  <a:cubicBezTo>
                    <a:pt x="6825" y="3842"/>
                    <a:pt x="6627" y="4041"/>
                    <a:pt x="6383" y="4041"/>
                  </a:cubicBezTo>
                  <a:cubicBezTo>
                    <a:pt x="6375" y="4041"/>
                    <a:pt x="6368" y="4040"/>
                    <a:pt x="6361" y="4040"/>
                  </a:cubicBezTo>
                  <a:cubicBezTo>
                    <a:pt x="6123" y="4029"/>
                    <a:pt x="5939" y="3824"/>
                    <a:pt x="5939" y="3586"/>
                  </a:cubicBezTo>
                  <a:lnTo>
                    <a:pt x="5939" y="2"/>
                  </a:lnTo>
                  <a:lnTo>
                    <a:pt x="49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7"/>
            <p:cNvSpPr/>
            <p:nvPr/>
          </p:nvSpPr>
          <p:spPr>
            <a:xfrm>
              <a:off x="3539874" y="3471106"/>
              <a:ext cx="32878" cy="39041"/>
            </a:xfrm>
            <a:custGeom>
              <a:rect b="b" l="l" r="r" t="t"/>
              <a:pathLst>
                <a:path extrusionOk="0" h="1248" w="1051">
                  <a:moveTo>
                    <a:pt x="519" y="0"/>
                  </a:moveTo>
                  <a:cubicBezTo>
                    <a:pt x="239" y="0"/>
                    <a:pt x="11" y="228"/>
                    <a:pt x="10" y="509"/>
                  </a:cubicBezTo>
                  <a:cubicBezTo>
                    <a:pt x="10" y="526"/>
                    <a:pt x="8" y="542"/>
                    <a:pt x="7" y="559"/>
                  </a:cubicBezTo>
                  <a:lnTo>
                    <a:pt x="0" y="1218"/>
                  </a:lnTo>
                  <a:lnTo>
                    <a:pt x="0" y="1248"/>
                  </a:lnTo>
                  <a:lnTo>
                    <a:pt x="1049" y="1248"/>
                  </a:lnTo>
                  <a:lnTo>
                    <a:pt x="1051" y="511"/>
                  </a:lnTo>
                  <a:cubicBezTo>
                    <a:pt x="1051" y="375"/>
                    <a:pt x="997" y="247"/>
                    <a:pt x="902" y="150"/>
                  </a:cubicBezTo>
                  <a:cubicBezTo>
                    <a:pt x="806" y="54"/>
                    <a:pt x="677" y="0"/>
                    <a:pt x="5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7"/>
            <p:cNvSpPr/>
            <p:nvPr/>
          </p:nvSpPr>
          <p:spPr>
            <a:xfrm>
              <a:off x="3479749" y="3459594"/>
              <a:ext cx="32440" cy="41168"/>
            </a:xfrm>
            <a:custGeom>
              <a:rect b="b" l="l" r="r" t="t"/>
              <a:pathLst>
                <a:path extrusionOk="0" h="1316" w="1037">
                  <a:moveTo>
                    <a:pt x="511" y="0"/>
                  </a:moveTo>
                  <a:cubicBezTo>
                    <a:pt x="230" y="0"/>
                    <a:pt x="0" y="230"/>
                    <a:pt x="0" y="510"/>
                  </a:cubicBezTo>
                  <a:lnTo>
                    <a:pt x="0" y="1313"/>
                  </a:lnTo>
                  <a:lnTo>
                    <a:pt x="1036" y="1315"/>
                  </a:lnTo>
                  <a:lnTo>
                    <a:pt x="1036" y="409"/>
                  </a:lnTo>
                  <a:cubicBezTo>
                    <a:pt x="1018" y="313"/>
                    <a:pt x="969" y="223"/>
                    <a:pt x="898" y="150"/>
                  </a:cubicBezTo>
                  <a:cubicBezTo>
                    <a:pt x="802" y="53"/>
                    <a:pt x="674" y="0"/>
                    <a:pt x="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7"/>
            <p:cNvSpPr/>
            <p:nvPr/>
          </p:nvSpPr>
          <p:spPr>
            <a:xfrm>
              <a:off x="3600249" y="3534891"/>
              <a:ext cx="32065" cy="33191"/>
            </a:xfrm>
            <a:custGeom>
              <a:rect b="b" l="l" r="r" t="t"/>
              <a:pathLst>
                <a:path extrusionOk="0" h="1061" w="1025">
                  <a:moveTo>
                    <a:pt x="515" y="1"/>
                  </a:moveTo>
                  <a:cubicBezTo>
                    <a:pt x="235" y="1"/>
                    <a:pt x="5" y="229"/>
                    <a:pt x="4" y="508"/>
                  </a:cubicBezTo>
                  <a:cubicBezTo>
                    <a:pt x="4" y="517"/>
                    <a:pt x="3" y="524"/>
                    <a:pt x="3" y="532"/>
                  </a:cubicBezTo>
                  <a:lnTo>
                    <a:pt x="1" y="1060"/>
                  </a:lnTo>
                  <a:lnTo>
                    <a:pt x="1024" y="1060"/>
                  </a:lnTo>
                  <a:lnTo>
                    <a:pt x="1025" y="512"/>
                  </a:lnTo>
                  <a:cubicBezTo>
                    <a:pt x="1025" y="375"/>
                    <a:pt x="972" y="247"/>
                    <a:pt x="876" y="151"/>
                  </a:cubicBezTo>
                  <a:cubicBezTo>
                    <a:pt x="779" y="55"/>
                    <a:pt x="651" y="1"/>
                    <a:pt x="5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03" name="Google Shape;30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784" y="4787400"/>
            <a:ext cx="3081342" cy="3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38"/>
          <p:cNvGrpSpPr/>
          <p:nvPr/>
        </p:nvGrpSpPr>
        <p:grpSpPr>
          <a:xfrm>
            <a:off x="865193" y="1635667"/>
            <a:ext cx="1131593" cy="1082850"/>
            <a:chOff x="1317586" y="1856572"/>
            <a:chExt cx="749797" cy="717499"/>
          </a:xfrm>
        </p:grpSpPr>
        <p:sp>
          <p:nvSpPr>
            <p:cNvPr id="309" name="Google Shape;309;p38"/>
            <p:cNvSpPr/>
            <p:nvPr/>
          </p:nvSpPr>
          <p:spPr>
            <a:xfrm>
              <a:off x="1317586" y="1891887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8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38"/>
          <p:cNvGrpSpPr/>
          <p:nvPr/>
        </p:nvGrpSpPr>
        <p:grpSpPr>
          <a:xfrm>
            <a:off x="4006218" y="2031442"/>
            <a:ext cx="1131593" cy="1082850"/>
            <a:chOff x="1317586" y="1856572"/>
            <a:chExt cx="749797" cy="717499"/>
          </a:xfrm>
        </p:grpSpPr>
        <p:sp>
          <p:nvSpPr>
            <p:cNvPr id="312" name="Google Shape;312;p38"/>
            <p:cNvSpPr/>
            <p:nvPr/>
          </p:nvSpPr>
          <p:spPr>
            <a:xfrm>
              <a:off x="1317586" y="1891887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8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4" name="Google Shape;314;p38"/>
          <p:cNvGrpSpPr/>
          <p:nvPr/>
        </p:nvGrpSpPr>
        <p:grpSpPr>
          <a:xfrm>
            <a:off x="7147255" y="1635667"/>
            <a:ext cx="1131593" cy="1082850"/>
            <a:chOff x="1317586" y="1856572"/>
            <a:chExt cx="749797" cy="717499"/>
          </a:xfrm>
        </p:grpSpPr>
        <p:sp>
          <p:nvSpPr>
            <p:cNvPr id="315" name="Google Shape;315;p38"/>
            <p:cNvSpPr/>
            <p:nvPr/>
          </p:nvSpPr>
          <p:spPr>
            <a:xfrm>
              <a:off x="1317586" y="1891887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8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" name="Google Shape;317;p38"/>
          <p:cNvSpPr txBox="1"/>
          <p:nvPr>
            <p:ph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Challenges</a:t>
            </a:r>
            <a:endParaRPr sz="3000"/>
          </a:p>
        </p:txBody>
      </p:sp>
      <p:sp>
        <p:nvSpPr>
          <p:cNvPr id="318" name="Google Shape;318;p38"/>
          <p:cNvSpPr txBox="1"/>
          <p:nvPr/>
        </p:nvSpPr>
        <p:spPr>
          <a:xfrm>
            <a:off x="6213000" y="3471200"/>
            <a:ext cx="27504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Market-Driven curriculum, hiring partnerships </a:t>
            </a:r>
            <a:endParaRPr b="1" sz="200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cxnSp>
        <p:nvCxnSpPr>
          <p:cNvPr id="319" name="Google Shape;319;p38"/>
          <p:cNvCxnSpPr/>
          <p:nvPr/>
        </p:nvCxnSpPr>
        <p:spPr>
          <a:xfrm>
            <a:off x="1430950" y="2789838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20" name="Google Shape;320;p38"/>
          <p:cNvCxnSpPr/>
          <p:nvPr/>
        </p:nvCxnSpPr>
        <p:spPr>
          <a:xfrm>
            <a:off x="4571988" y="3114225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21" name="Google Shape;321;p38"/>
          <p:cNvCxnSpPr/>
          <p:nvPr/>
        </p:nvCxnSpPr>
        <p:spPr>
          <a:xfrm>
            <a:off x="7713076" y="2789850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pic>
        <p:nvPicPr>
          <p:cNvPr id="322" name="Google Shape;32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784" y="4787400"/>
            <a:ext cx="3081342" cy="356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p38"/>
          <p:cNvGrpSpPr/>
          <p:nvPr/>
        </p:nvGrpSpPr>
        <p:grpSpPr>
          <a:xfrm>
            <a:off x="7471711" y="1955239"/>
            <a:ext cx="586275" cy="478185"/>
            <a:chOff x="7297716" y="3531606"/>
            <a:chExt cx="424222" cy="345984"/>
          </a:xfrm>
        </p:grpSpPr>
        <p:sp>
          <p:nvSpPr>
            <p:cNvPr id="324" name="Google Shape;324;p38"/>
            <p:cNvSpPr/>
            <p:nvPr/>
          </p:nvSpPr>
          <p:spPr>
            <a:xfrm>
              <a:off x="7297716" y="3713983"/>
              <a:ext cx="217570" cy="163607"/>
            </a:xfrm>
            <a:custGeom>
              <a:rect b="b" l="l" r="r" t="t"/>
              <a:pathLst>
                <a:path extrusionOk="0" h="5230" w="6955">
                  <a:moveTo>
                    <a:pt x="1548" y="0"/>
                  </a:moveTo>
                  <a:cubicBezTo>
                    <a:pt x="1481" y="0"/>
                    <a:pt x="1414" y="17"/>
                    <a:pt x="1352" y="53"/>
                  </a:cubicBezTo>
                  <a:cubicBezTo>
                    <a:pt x="1338" y="60"/>
                    <a:pt x="1006" y="254"/>
                    <a:pt x="688" y="561"/>
                  </a:cubicBezTo>
                  <a:cubicBezTo>
                    <a:pt x="219" y="1012"/>
                    <a:pt x="0" y="1496"/>
                    <a:pt x="60" y="1961"/>
                  </a:cubicBezTo>
                  <a:cubicBezTo>
                    <a:pt x="159" y="2759"/>
                    <a:pt x="1009" y="3374"/>
                    <a:pt x="2656" y="3841"/>
                  </a:cubicBezTo>
                  <a:cubicBezTo>
                    <a:pt x="3372" y="4044"/>
                    <a:pt x="4485" y="4252"/>
                    <a:pt x="5475" y="4344"/>
                  </a:cubicBezTo>
                  <a:lnTo>
                    <a:pt x="5256" y="4552"/>
                  </a:lnTo>
                  <a:cubicBezTo>
                    <a:pt x="5101" y="4702"/>
                    <a:pt x="5093" y="4949"/>
                    <a:pt x="5242" y="5107"/>
                  </a:cubicBezTo>
                  <a:cubicBezTo>
                    <a:pt x="5319" y="5188"/>
                    <a:pt x="5424" y="5229"/>
                    <a:pt x="5527" y="5229"/>
                  </a:cubicBezTo>
                  <a:cubicBezTo>
                    <a:pt x="5625" y="5229"/>
                    <a:pt x="5722" y="5193"/>
                    <a:pt x="5798" y="5121"/>
                  </a:cubicBezTo>
                  <a:lnTo>
                    <a:pt x="6676" y="4285"/>
                  </a:lnTo>
                  <a:cubicBezTo>
                    <a:pt x="6954" y="4005"/>
                    <a:pt x="6702" y="3742"/>
                    <a:pt x="6702" y="3742"/>
                  </a:cubicBezTo>
                  <a:lnTo>
                    <a:pt x="5908" y="2830"/>
                  </a:lnTo>
                  <a:cubicBezTo>
                    <a:pt x="5830" y="2740"/>
                    <a:pt x="5722" y="2695"/>
                    <a:pt x="5612" y="2695"/>
                  </a:cubicBezTo>
                  <a:cubicBezTo>
                    <a:pt x="5521" y="2695"/>
                    <a:pt x="5429" y="2727"/>
                    <a:pt x="5354" y="2792"/>
                  </a:cubicBezTo>
                  <a:cubicBezTo>
                    <a:pt x="5190" y="2933"/>
                    <a:pt x="5173" y="3182"/>
                    <a:pt x="5316" y="3346"/>
                  </a:cubicBezTo>
                  <a:lnTo>
                    <a:pt x="5501" y="3557"/>
                  </a:lnTo>
                  <a:cubicBezTo>
                    <a:pt x="4574" y="3467"/>
                    <a:pt x="3524" y="3271"/>
                    <a:pt x="2869" y="3085"/>
                  </a:cubicBezTo>
                  <a:cubicBezTo>
                    <a:pt x="2284" y="2920"/>
                    <a:pt x="915" y="2468"/>
                    <a:pt x="838" y="1863"/>
                  </a:cubicBezTo>
                  <a:cubicBezTo>
                    <a:pt x="784" y="1439"/>
                    <a:pt x="1426" y="917"/>
                    <a:pt x="1744" y="732"/>
                  </a:cubicBezTo>
                  <a:cubicBezTo>
                    <a:pt x="1932" y="623"/>
                    <a:pt x="1995" y="383"/>
                    <a:pt x="1888" y="197"/>
                  </a:cubicBezTo>
                  <a:cubicBezTo>
                    <a:pt x="1815" y="71"/>
                    <a:pt x="1683" y="0"/>
                    <a:pt x="15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6350" lIns="126350" spcFirstLastPara="1" rIns="126350" wrap="square" tIns="126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8"/>
            <p:cNvSpPr/>
            <p:nvPr/>
          </p:nvSpPr>
          <p:spPr>
            <a:xfrm>
              <a:off x="7588862" y="3714015"/>
              <a:ext cx="133076" cy="126413"/>
            </a:xfrm>
            <a:custGeom>
              <a:rect b="b" l="l" r="r" t="t"/>
              <a:pathLst>
                <a:path extrusionOk="0" h="4041" w="4254">
                  <a:moveTo>
                    <a:pt x="2834" y="0"/>
                  </a:moveTo>
                  <a:cubicBezTo>
                    <a:pt x="2702" y="0"/>
                    <a:pt x="2573" y="67"/>
                    <a:pt x="2499" y="188"/>
                  </a:cubicBezTo>
                  <a:cubicBezTo>
                    <a:pt x="2386" y="373"/>
                    <a:pt x="2444" y="616"/>
                    <a:pt x="2630" y="729"/>
                  </a:cubicBezTo>
                  <a:cubicBezTo>
                    <a:pt x="2632" y="730"/>
                    <a:pt x="2839" y="858"/>
                    <a:pt x="3030" y="1062"/>
                  </a:cubicBezTo>
                  <a:cubicBezTo>
                    <a:pt x="3182" y="1223"/>
                    <a:pt x="3357" y="1469"/>
                    <a:pt x="3319" y="1709"/>
                  </a:cubicBezTo>
                  <a:cubicBezTo>
                    <a:pt x="3278" y="1969"/>
                    <a:pt x="2905" y="2643"/>
                    <a:pt x="340" y="3266"/>
                  </a:cubicBezTo>
                  <a:cubicBezTo>
                    <a:pt x="130" y="3317"/>
                    <a:pt x="0" y="3529"/>
                    <a:pt x="52" y="3741"/>
                  </a:cubicBezTo>
                  <a:cubicBezTo>
                    <a:pt x="95" y="3920"/>
                    <a:pt x="256" y="4040"/>
                    <a:pt x="432" y="4040"/>
                  </a:cubicBezTo>
                  <a:cubicBezTo>
                    <a:pt x="463" y="4040"/>
                    <a:pt x="494" y="4036"/>
                    <a:pt x="524" y="4029"/>
                  </a:cubicBezTo>
                  <a:cubicBezTo>
                    <a:pt x="2780" y="3481"/>
                    <a:pt x="3947" y="2762"/>
                    <a:pt x="4093" y="1830"/>
                  </a:cubicBezTo>
                  <a:cubicBezTo>
                    <a:pt x="4253" y="812"/>
                    <a:pt x="3088" y="88"/>
                    <a:pt x="3039" y="58"/>
                  </a:cubicBezTo>
                  <a:cubicBezTo>
                    <a:pt x="2975" y="19"/>
                    <a:pt x="2904" y="0"/>
                    <a:pt x="2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6350" lIns="126350" spcFirstLastPara="1" rIns="126350" wrap="square" tIns="126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8"/>
            <p:cNvSpPr/>
            <p:nvPr/>
          </p:nvSpPr>
          <p:spPr>
            <a:xfrm>
              <a:off x="7505650" y="3643473"/>
              <a:ext cx="63879" cy="63597"/>
            </a:xfrm>
            <a:custGeom>
              <a:rect b="b" l="l" r="r" t="t"/>
              <a:pathLst>
                <a:path extrusionOk="0" h="2033" w="2042">
                  <a:moveTo>
                    <a:pt x="1021" y="1"/>
                  </a:moveTo>
                  <a:cubicBezTo>
                    <a:pt x="459" y="1"/>
                    <a:pt x="0" y="456"/>
                    <a:pt x="0" y="1016"/>
                  </a:cubicBezTo>
                  <a:cubicBezTo>
                    <a:pt x="0" y="1577"/>
                    <a:pt x="459" y="2032"/>
                    <a:pt x="1021" y="2032"/>
                  </a:cubicBezTo>
                  <a:cubicBezTo>
                    <a:pt x="1584" y="2032"/>
                    <a:pt x="2042" y="1577"/>
                    <a:pt x="2042" y="1016"/>
                  </a:cubicBezTo>
                  <a:cubicBezTo>
                    <a:pt x="2042" y="456"/>
                    <a:pt x="1584" y="1"/>
                    <a:pt x="10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6350" lIns="126350" spcFirstLastPara="1" rIns="126350" wrap="square" tIns="126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8"/>
            <p:cNvSpPr/>
            <p:nvPr/>
          </p:nvSpPr>
          <p:spPr>
            <a:xfrm>
              <a:off x="7388591" y="3680699"/>
              <a:ext cx="242189" cy="85339"/>
            </a:xfrm>
            <a:custGeom>
              <a:rect b="b" l="l" r="r" t="t"/>
              <a:pathLst>
                <a:path extrusionOk="0" h="2728" w="7742">
                  <a:moveTo>
                    <a:pt x="0" y="1"/>
                  </a:moveTo>
                  <a:lnTo>
                    <a:pt x="0" y="2207"/>
                  </a:lnTo>
                  <a:cubicBezTo>
                    <a:pt x="0" y="2494"/>
                    <a:pt x="233" y="2727"/>
                    <a:pt x="519" y="2727"/>
                  </a:cubicBezTo>
                  <a:lnTo>
                    <a:pt x="7223" y="2727"/>
                  </a:lnTo>
                  <a:cubicBezTo>
                    <a:pt x="7508" y="2727"/>
                    <a:pt x="7742" y="2494"/>
                    <a:pt x="7742" y="2207"/>
                  </a:cubicBezTo>
                  <a:lnTo>
                    <a:pt x="7742" y="1"/>
                  </a:lnTo>
                  <a:lnTo>
                    <a:pt x="6558" y="1"/>
                  </a:lnTo>
                  <a:cubicBezTo>
                    <a:pt x="6470" y="912"/>
                    <a:pt x="5698" y="1626"/>
                    <a:pt x="4762" y="1626"/>
                  </a:cubicBezTo>
                  <a:cubicBezTo>
                    <a:pt x="3826" y="1626"/>
                    <a:pt x="3054" y="912"/>
                    <a:pt x="2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6350" lIns="126350" spcFirstLastPara="1" rIns="126350" wrap="square" tIns="126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8"/>
            <p:cNvSpPr/>
            <p:nvPr/>
          </p:nvSpPr>
          <p:spPr>
            <a:xfrm>
              <a:off x="7401667" y="3531606"/>
              <a:ext cx="78238" cy="28467"/>
            </a:xfrm>
            <a:custGeom>
              <a:rect b="b" l="l" r="r" t="t"/>
              <a:pathLst>
                <a:path extrusionOk="0" h="910" w="2501">
                  <a:moveTo>
                    <a:pt x="486" y="0"/>
                  </a:moveTo>
                  <a:cubicBezTo>
                    <a:pt x="218" y="0"/>
                    <a:pt x="1" y="216"/>
                    <a:pt x="1" y="484"/>
                  </a:cubicBezTo>
                  <a:lnTo>
                    <a:pt x="1" y="910"/>
                  </a:lnTo>
                  <a:cubicBezTo>
                    <a:pt x="35" y="908"/>
                    <a:pt x="67" y="906"/>
                    <a:pt x="100" y="906"/>
                  </a:cubicBezTo>
                  <a:lnTo>
                    <a:pt x="2501" y="906"/>
                  </a:lnTo>
                  <a:lnTo>
                    <a:pt x="2501" y="484"/>
                  </a:lnTo>
                  <a:cubicBezTo>
                    <a:pt x="2501" y="216"/>
                    <a:pt x="2283" y="0"/>
                    <a:pt x="20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6350" lIns="126350" spcFirstLastPara="1" rIns="126350" wrap="square" tIns="126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8"/>
            <p:cNvSpPr/>
            <p:nvPr/>
          </p:nvSpPr>
          <p:spPr>
            <a:xfrm>
              <a:off x="7388623" y="3584474"/>
              <a:ext cx="242220" cy="71731"/>
            </a:xfrm>
            <a:custGeom>
              <a:rect b="b" l="l" r="r" t="t"/>
              <a:pathLst>
                <a:path extrusionOk="0" h="2293" w="7743">
                  <a:moveTo>
                    <a:pt x="1479" y="1001"/>
                  </a:moveTo>
                  <a:cubicBezTo>
                    <a:pt x="1695" y="1001"/>
                    <a:pt x="1871" y="1177"/>
                    <a:pt x="1871" y="1394"/>
                  </a:cubicBezTo>
                  <a:cubicBezTo>
                    <a:pt x="1871" y="1610"/>
                    <a:pt x="1695" y="1785"/>
                    <a:pt x="1479" y="1785"/>
                  </a:cubicBezTo>
                  <a:cubicBezTo>
                    <a:pt x="1262" y="1785"/>
                    <a:pt x="1087" y="1610"/>
                    <a:pt x="1087" y="1394"/>
                  </a:cubicBezTo>
                  <a:cubicBezTo>
                    <a:pt x="1087" y="1177"/>
                    <a:pt x="1262" y="1001"/>
                    <a:pt x="1479" y="1001"/>
                  </a:cubicBezTo>
                  <a:close/>
                  <a:moveTo>
                    <a:pt x="519" y="1"/>
                  </a:moveTo>
                  <a:cubicBezTo>
                    <a:pt x="233" y="1"/>
                    <a:pt x="0" y="234"/>
                    <a:pt x="0" y="521"/>
                  </a:cubicBezTo>
                  <a:lnTo>
                    <a:pt x="0" y="2292"/>
                  </a:lnTo>
                  <a:lnTo>
                    <a:pt x="3063" y="2292"/>
                  </a:lnTo>
                  <a:cubicBezTo>
                    <a:pt x="3315" y="1599"/>
                    <a:pt x="3981" y="1102"/>
                    <a:pt x="4761" y="1102"/>
                  </a:cubicBezTo>
                  <a:cubicBezTo>
                    <a:pt x="5542" y="1102"/>
                    <a:pt x="6208" y="1600"/>
                    <a:pt x="6460" y="2292"/>
                  </a:cubicBezTo>
                  <a:lnTo>
                    <a:pt x="7742" y="2292"/>
                  </a:lnTo>
                  <a:lnTo>
                    <a:pt x="7742" y="521"/>
                  </a:lnTo>
                  <a:cubicBezTo>
                    <a:pt x="7742" y="234"/>
                    <a:pt x="7509" y="1"/>
                    <a:pt x="7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6350" lIns="126350" spcFirstLastPara="1" rIns="126350" wrap="square" tIns="126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0" name="Google Shape;330;p38"/>
          <p:cNvGrpSpPr/>
          <p:nvPr/>
        </p:nvGrpSpPr>
        <p:grpSpPr>
          <a:xfrm>
            <a:off x="4308102" y="2371334"/>
            <a:ext cx="527835" cy="400842"/>
            <a:chOff x="6602900" y="4290582"/>
            <a:chExt cx="418153" cy="317549"/>
          </a:xfrm>
        </p:grpSpPr>
        <p:sp>
          <p:nvSpPr>
            <p:cNvPr id="331" name="Google Shape;331;p38"/>
            <p:cNvSpPr/>
            <p:nvPr/>
          </p:nvSpPr>
          <p:spPr>
            <a:xfrm>
              <a:off x="6780585" y="4351740"/>
              <a:ext cx="62721" cy="28999"/>
            </a:xfrm>
            <a:custGeom>
              <a:rect b="b" l="l" r="r" t="t"/>
              <a:pathLst>
                <a:path extrusionOk="0" h="927" w="2005">
                  <a:moveTo>
                    <a:pt x="999" y="0"/>
                  </a:moveTo>
                  <a:lnTo>
                    <a:pt x="1" y="435"/>
                  </a:lnTo>
                  <a:lnTo>
                    <a:pt x="1005" y="927"/>
                  </a:lnTo>
                  <a:lnTo>
                    <a:pt x="2004" y="456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400" lIns="115400" spcFirstLastPara="1" rIns="115400" wrap="square" tIns="11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8"/>
            <p:cNvSpPr/>
            <p:nvPr/>
          </p:nvSpPr>
          <p:spPr>
            <a:xfrm>
              <a:off x="6964682" y="4373012"/>
              <a:ext cx="56371" cy="234337"/>
            </a:xfrm>
            <a:custGeom>
              <a:rect b="b" l="l" r="r" t="t"/>
              <a:pathLst>
                <a:path extrusionOk="0" h="7491" w="1802">
                  <a:moveTo>
                    <a:pt x="1802" y="0"/>
                  </a:moveTo>
                  <a:cubicBezTo>
                    <a:pt x="1401" y="228"/>
                    <a:pt x="863" y="425"/>
                    <a:pt x="191" y="590"/>
                  </a:cubicBezTo>
                  <a:cubicBezTo>
                    <a:pt x="80" y="618"/>
                    <a:pt x="1" y="718"/>
                    <a:pt x="1" y="835"/>
                  </a:cubicBezTo>
                  <a:lnTo>
                    <a:pt x="1" y="7279"/>
                  </a:lnTo>
                  <a:cubicBezTo>
                    <a:pt x="1" y="7399"/>
                    <a:pt x="98" y="7491"/>
                    <a:pt x="212" y="7491"/>
                  </a:cubicBezTo>
                  <a:cubicBezTo>
                    <a:pt x="230" y="7491"/>
                    <a:pt x="249" y="7488"/>
                    <a:pt x="267" y="7483"/>
                  </a:cubicBezTo>
                  <a:cubicBezTo>
                    <a:pt x="1460" y="7159"/>
                    <a:pt x="1802" y="6805"/>
                    <a:pt x="1802" y="6639"/>
                  </a:cubicBezTo>
                  <a:lnTo>
                    <a:pt x="18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400" lIns="115400" spcFirstLastPara="1" rIns="115400" wrap="square" tIns="11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8"/>
            <p:cNvSpPr/>
            <p:nvPr/>
          </p:nvSpPr>
          <p:spPr>
            <a:xfrm>
              <a:off x="6825788" y="4387589"/>
              <a:ext cx="36663" cy="55745"/>
            </a:xfrm>
            <a:custGeom>
              <a:rect b="b" l="l" r="r" t="t"/>
              <a:pathLst>
                <a:path extrusionOk="0" h="1782" w="1172">
                  <a:moveTo>
                    <a:pt x="1172" y="0"/>
                  </a:moveTo>
                  <a:lnTo>
                    <a:pt x="0" y="554"/>
                  </a:lnTo>
                  <a:lnTo>
                    <a:pt x="0" y="1782"/>
                  </a:lnTo>
                  <a:lnTo>
                    <a:pt x="1172" y="1262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400" lIns="115400" spcFirstLastPara="1" rIns="115400" wrap="square" tIns="11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8"/>
            <p:cNvSpPr/>
            <p:nvPr/>
          </p:nvSpPr>
          <p:spPr>
            <a:xfrm>
              <a:off x="6761440" y="4386870"/>
              <a:ext cx="36601" cy="56434"/>
            </a:xfrm>
            <a:custGeom>
              <a:rect b="b" l="l" r="r" t="t"/>
              <a:pathLst>
                <a:path extrusionOk="0" h="1804" w="1170">
                  <a:moveTo>
                    <a:pt x="0" y="0"/>
                  </a:moveTo>
                  <a:lnTo>
                    <a:pt x="0" y="1285"/>
                  </a:lnTo>
                  <a:lnTo>
                    <a:pt x="1170" y="1804"/>
                  </a:lnTo>
                  <a:lnTo>
                    <a:pt x="1170" y="5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400" lIns="115400" spcFirstLastPara="1" rIns="115400" wrap="square" tIns="11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8"/>
            <p:cNvSpPr/>
            <p:nvPr/>
          </p:nvSpPr>
          <p:spPr>
            <a:xfrm>
              <a:off x="6602994" y="4372793"/>
              <a:ext cx="56402" cy="235338"/>
            </a:xfrm>
            <a:custGeom>
              <a:rect b="b" l="l" r="r" t="t"/>
              <a:pathLst>
                <a:path extrusionOk="0" h="7523" w="1803">
                  <a:moveTo>
                    <a:pt x="0" y="0"/>
                  </a:moveTo>
                  <a:lnTo>
                    <a:pt x="0" y="6672"/>
                  </a:lnTo>
                  <a:cubicBezTo>
                    <a:pt x="0" y="6836"/>
                    <a:pt x="342" y="7190"/>
                    <a:pt x="1536" y="7515"/>
                  </a:cubicBezTo>
                  <a:cubicBezTo>
                    <a:pt x="1554" y="7520"/>
                    <a:pt x="1573" y="7522"/>
                    <a:pt x="1591" y="7522"/>
                  </a:cubicBezTo>
                  <a:cubicBezTo>
                    <a:pt x="1703" y="7522"/>
                    <a:pt x="1802" y="7431"/>
                    <a:pt x="1802" y="7311"/>
                  </a:cubicBezTo>
                  <a:lnTo>
                    <a:pt x="1802" y="837"/>
                  </a:lnTo>
                  <a:cubicBezTo>
                    <a:pt x="1802" y="721"/>
                    <a:pt x="1723" y="620"/>
                    <a:pt x="1611" y="592"/>
                  </a:cubicBezTo>
                  <a:cubicBezTo>
                    <a:pt x="939" y="425"/>
                    <a:pt x="402" y="228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400" lIns="115400" spcFirstLastPara="1" rIns="115400" wrap="square" tIns="11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8"/>
            <p:cNvSpPr/>
            <p:nvPr/>
          </p:nvSpPr>
          <p:spPr>
            <a:xfrm>
              <a:off x="6602900" y="4290582"/>
              <a:ext cx="418122" cy="228425"/>
            </a:xfrm>
            <a:custGeom>
              <a:rect b="b" l="l" r="r" t="t"/>
              <a:pathLst>
                <a:path extrusionOk="0" h="7302" w="13366">
                  <a:moveTo>
                    <a:pt x="6680" y="1027"/>
                  </a:moveTo>
                  <a:cubicBezTo>
                    <a:pt x="6743" y="1027"/>
                    <a:pt x="6805" y="1040"/>
                    <a:pt x="6863" y="1066"/>
                  </a:cubicBezTo>
                  <a:lnTo>
                    <a:pt x="8921" y="1996"/>
                  </a:lnTo>
                  <a:cubicBezTo>
                    <a:pt x="9078" y="2066"/>
                    <a:pt x="9183" y="2230"/>
                    <a:pt x="9182" y="2400"/>
                  </a:cubicBezTo>
                  <a:lnTo>
                    <a:pt x="9182" y="4650"/>
                  </a:lnTo>
                  <a:cubicBezTo>
                    <a:pt x="9182" y="4825"/>
                    <a:pt x="9078" y="4984"/>
                    <a:pt x="8919" y="5055"/>
                  </a:cubicBezTo>
                  <a:lnTo>
                    <a:pt x="6860" y="5969"/>
                  </a:lnTo>
                  <a:cubicBezTo>
                    <a:pt x="6805" y="5995"/>
                    <a:pt x="6743" y="6007"/>
                    <a:pt x="6682" y="6007"/>
                  </a:cubicBezTo>
                  <a:cubicBezTo>
                    <a:pt x="6620" y="6007"/>
                    <a:pt x="6557" y="5994"/>
                    <a:pt x="6500" y="5969"/>
                  </a:cubicBezTo>
                  <a:lnTo>
                    <a:pt x="4445" y="5055"/>
                  </a:lnTo>
                  <a:cubicBezTo>
                    <a:pt x="4285" y="4984"/>
                    <a:pt x="4182" y="4825"/>
                    <a:pt x="4182" y="4650"/>
                  </a:cubicBezTo>
                  <a:lnTo>
                    <a:pt x="4182" y="2368"/>
                  </a:lnTo>
                  <a:cubicBezTo>
                    <a:pt x="4181" y="2194"/>
                    <a:pt x="4290" y="2029"/>
                    <a:pt x="4448" y="1960"/>
                  </a:cubicBezTo>
                  <a:lnTo>
                    <a:pt x="6503" y="1063"/>
                  </a:lnTo>
                  <a:cubicBezTo>
                    <a:pt x="6560" y="1039"/>
                    <a:pt x="6620" y="1027"/>
                    <a:pt x="6680" y="1027"/>
                  </a:cubicBezTo>
                  <a:close/>
                  <a:moveTo>
                    <a:pt x="6698" y="0"/>
                  </a:moveTo>
                  <a:cubicBezTo>
                    <a:pt x="4827" y="0"/>
                    <a:pt x="3074" y="190"/>
                    <a:pt x="1761" y="537"/>
                  </a:cubicBezTo>
                  <a:cubicBezTo>
                    <a:pt x="431" y="886"/>
                    <a:pt x="1" y="1294"/>
                    <a:pt x="1" y="1437"/>
                  </a:cubicBezTo>
                  <a:cubicBezTo>
                    <a:pt x="1" y="1523"/>
                    <a:pt x="126" y="1692"/>
                    <a:pt x="478" y="1881"/>
                  </a:cubicBezTo>
                  <a:cubicBezTo>
                    <a:pt x="895" y="2107"/>
                    <a:pt x="1537" y="2312"/>
                    <a:pt x="2332" y="2473"/>
                  </a:cubicBezTo>
                  <a:cubicBezTo>
                    <a:pt x="2361" y="2480"/>
                    <a:pt x="2391" y="2489"/>
                    <a:pt x="2418" y="2501"/>
                  </a:cubicBezTo>
                  <a:cubicBezTo>
                    <a:pt x="2550" y="2557"/>
                    <a:pt x="2650" y="2678"/>
                    <a:pt x="2678" y="2820"/>
                  </a:cubicBezTo>
                  <a:cubicBezTo>
                    <a:pt x="2684" y="2850"/>
                    <a:pt x="2688" y="2878"/>
                    <a:pt x="2688" y="2909"/>
                  </a:cubicBezTo>
                  <a:lnTo>
                    <a:pt x="2688" y="7302"/>
                  </a:lnTo>
                  <a:cubicBezTo>
                    <a:pt x="3431" y="7180"/>
                    <a:pt x="4180" y="7089"/>
                    <a:pt x="4921" y="7036"/>
                  </a:cubicBezTo>
                  <a:cubicBezTo>
                    <a:pt x="5512" y="6993"/>
                    <a:pt x="6106" y="6971"/>
                    <a:pt x="6700" y="6971"/>
                  </a:cubicBezTo>
                  <a:cubicBezTo>
                    <a:pt x="7308" y="6971"/>
                    <a:pt x="7915" y="6994"/>
                    <a:pt x="8517" y="7039"/>
                  </a:cubicBezTo>
                  <a:cubicBezTo>
                    <a:pt x="9237" y="7093"/>
                    <a:pt x="9961" y="7182"/>
                    <a:pt x="10678" y="7301"/>
                  </a:cubicBezTo>
                  <a:lnTo>
                    <a:pt x="10678" y="2913"/>
                  </a:lnTo>
                  <a:cubicBezTo>
                    <a:pt x="10675" y="2707"/>
                    <a:pt x="10832" y="2517"/>
                    <a:pt x="11033" y="2478"/>
                  </a:cubicBezTo>
                  <a:cubicBezTo>
                    <a:pt x="12946" y="2094"/>
                    <a:pt x="13366" y="1596"/>
                    <a:pt x="13366" y="1437"/>
                  </a:cubicBezTo>
                  <a:cubicBezTo>
                    <a:pt x="13366" y="1323"/>
                    <a:pt x="13045" y="914"/>
                    <a:pt x="11619" y="537"/>
                  </a:cubicBezTo>
                  <a:cubicBezTo>
                    <a:pt x="10314" y="190"/>
                    <a:pt x="8566" y="0"/>
                    <a:pt x="66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400" lIns="115400" spcFirstLastPara="1" rIns="115400" wrap="square" tIns="11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7" name="Google Shape;337;p38"/>
          <p:cNvGrpSpPr/>
          <p:nvPr/>
        </p:nvGrpSpPr>
        <p:grpSpPr>
          <a:xfrm>
            <a:off x="1220701" y="1890591"/>
            <a:ext cx="527835" cy="527714"/>
            <a:chOff x="7299280" y="4190228"/>
            <a:chExt cx="418153" cy="418091"/>
          </a:xfrm>
        </p:grpSpPr>
        <p:sp>
          <p:nvSpPr>
            <p:cNvPr id="338" name="Google Shape;338;p38"/>
            <p:cNvSpPr/>
            <p:nvPr/>
          </p:nvSpPr>
          <p:spPr>
            <a:xfrm>
              <a:off x="7466579" y="4217600"/>
              <a:ext cx="82555" cy="82586"/>
            </a:xfrm>
            <a:custGeom>
              <a:rect b="b" l="l" r="r" t="t"/>
              <a:pathLst>
                <a:path extrusionOk="0" h="2640" w="2639">
                  <a:moveTo>
                    <a:pt x="1319" y="0"/>
                  </a:moveTo>
                  <a:cubicBezTo>
                    <a:pt x="592" y="0"/>
                    <a:pt x="0" y="593"/>
                    <a:pt x="0" y="1321"/>
                  </a:cubicBezTo>
                  <a:cubicBezTo>
                    <a:pt x="0" y="2047"/>
                    <a:pt x="592" y="2640"/>
                    <a:pt x="1319" y="2640"/>
                  </a:cubicBezTo>
                  <a:cubicBezTo>
                    <a:pt x="2046" y="2640"/>
                    <a:pt x="2638" y="2047"/>
                    <a:pt x="2638" y="1321"/>
                  </a:cubicBezTo>
                  <a:cubicBezTo>
                    <a:pt x="2638" y="593"/>
                    <a:pt x="2045" y="0"/>
                    <a:pt x="1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400" lIns="115400" spcFirstLastPara="1" rIns="115400" wrap="square" tIns="11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8"/>
            <p:cNvSpPr/>
            <p:nvPr/>
          </p:nvSpPr>
          <p:spPr>
            <a:xfrm>
              <a:off x="7299280" y="4190259"/>
              <a:ext cx="144056" cy="143993"/>
            </a:xfrm>
            <a:custGeom>
              <a:rect b="b" l="l" r="r" t="t"/>
              <a:pathLst>
                <a:path extrusionOk="0" h="4603" w="4605">
                  <a:moveTo>
                    <a:pt x="391" y="0"/>
                  </a:moveTo>
                  <a:cubicBezTo>
                    <a:pt x="175" y="0"/>
                    <a:pt x="1" y="176"/>
                    <a:pt x="1" y="391"/>
                  </a:cubicBezTo>
                  <a:lnTo>
                    <a:pt x="1" y="4212"/>
                  </a:lnTo>
                  <a:cubicBezTo>
                    <a:pt x="1" y="4427"/>
                    <a:pt x="176" y="4602"/>
                    <a:pt x="393" y="4602"/>
                  </a:cubicBezTo>
                  <a:cubicBezTo>
                    <a:pt x="610" y="4602"/>
                    <a:pt x="784" y="4427"/>
                    <a:pt x="784" y="4211"/>
                  </a:cubicBezTo>
                  <a:lnTo>
                    <a:pt x="784" y="782"/>
                  </a:lnTo>
                  <a:lnTo>
                    <a:pt x="4212" y="782"/>
                  </a:lnTo>
                  <a:cubicBezTo>
                    <a:pt x="4430" y="782"/>
                    <a:pt x="4604" y="607"/>
                    <a:pt x="4604" y="391"/>
                  </a:cubicBezTo>
                  <a:cubicBezTo>
                    <a:pt x="4604" y="176"/>
                    <a:pt x="4428" y="0"/>
                    <a:pt x="4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400" lIns="115400" spcFirstLastPara="1" rIns="115400" wrap="square" tIns="11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8"/>
            <p:cNvSpPr/>
            <p:nvPr/>
          </p:nvSpPr>
          <p:spPr>
            <a:xfrm>
              <a:off x="7573346" y="4190228"/>
              <a:ext cx="144056" cy="143993"/>
            </a:xfrm>
            <a:custGeom>
              <a:rect b="b" l="l" r="r" t="t"/>
              <a:pathLst>
                <a:path extrusionOk="0" h="4603" w="4605">
                  <a:moveTo>
                    <a:pt x="393" y="0"/>
                  </a:moveTo>
                  <a:cubicBezTo>
                    <a:pt x="175" y="0"/>
                    <a:pt x="1" y="176"/>
                    <a:pt x="1" y="391"/>
                  </a:cubicBezTo>
                  <a:cubicBezTo>
                    <a:pt x="1" y="607"/>
                    <a:pt x="177" y="782"/>
                    <a:pt x="393" y="782"/>
                  </a:cubicBezTo>
                  <a:lnTo>
                    <a:pt x="3821" y="782"/>
                  </a:lnTo>
                  <a:lnTo>
                    <a:pt x="3821" y="4211"/>
                  </a:lnTo>
                  <a:cubicBezTo>
                    <a:pt x="3821" y="4428"/>
                    <a:pt x="3996" y="4602"/>
                    <a:pt x="4212" y="4602"/>
                  </a:cubicBezTo>
                  <a:cubicBezTo>
                    <a:pt x="4427" y="4602"/>
                    <a:pt x="4604" y="4427"/>
                    <a:pt x="4604" y="4211"/>
                  </a:cubicBezTo>
                  <a:lnTo>
                    <a:pt x="4604" y="390"/>
                  </a:lnTo>
                  <a:cubicBezTo>
                    <a:pt x="4605" y="176"/>
                    <a:pt x="4429" y="0"/>
                    <a:pt x="4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400" lIns="115400" spcFirstLastPara="1" rIns="115400" wrap="square" tIns="11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8"/>
            <p:cNvSpPr/>
            <p:nvPr/>
          </p:nvSpPr>
          <p:spPr>
            <a:xfrm>
              <a:off x="7573408" y="4464232"/>
              <a:ext cx="144025" cy="144025"/>
            </a:xfrm>
            <a:custGeom>
              <a:rect b="b" l="l" r="r" t="t"/>
              <a:pathLst>
                <a:path extrusionOk="0" h="4604" w="4604">
                  <a:moveTo>
                    <a:pt x="4212" y="1"/>
                  </a:moveTo>
                  <a:cubicBezTo>
                    <a:pt x="3994" y="1"/>
                    <a:pt x="3820" y="177"/>
                    <a:pt x="3820" y="393"/>
                  </a:cubicBezTo>
                  <a:lnTo>
                    <a:pt x="3820" y="3821"/>
                  </a:lnTo>
                  <a:lnTo>
                    <a:pt x="392" y="3821"/>
                  </a:lnTo>
                  <a:cubicBezTo>
                    <a:pt x="175" y="3821"/>
                    <a:pt x="1" y="3997"/>
                    <a:pt x="1" y="4212"/>
                  </a:cubicBezTo>
                  <a:cubicBezTo>
                    <a:pt x="1" y="4427"/>
                    <a:pt x="176" y="4603"/>
                    <a:pt x="392" y="4603"/>
                  </a:cubicBezTo>
                  <a:lnTo>
                    <a:pt x="4213" y="4603"/>
                  </a:lnTo>
                  <a:cubicBezTo>
                    <a:pt x="4429" y="4603"/>
                    <a:pt x="4604" y="4427"/>
                    <a:pt x="4604" y="4212"/>
                  </a:cubicBezTo>
                  <a:lnTo>
                    <a:pt x="4604" y="390"/>
                  </a:lnTo>
                  <a:cubicBezTo>
                    <a:pt x="4603" y="177"/>
                    <a:pt x="4427" y="1"/>
                    <a:pt x="4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400" lIns="115400" spcFirstLastPara="1" rIns="115400" wrap="square" tIns="11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8"/>
            <p:cNvSpPr/>
            <p:nvPr/>
          </p:nvSpPr>
          <p:spPr>
            <a:xfrm>
              <a:off x="7299311" y="4464294"/>
              <a:ext cx="144056" cy="144025"/>
            </a:xfrm>
            <a:custGeom>
              <a:rect b="b" l="l" r="r" t="t"/>
              <a:pathLst>
                <a:path extrusionOk="0" h="4604" w="4605">
                  <a:moveTo>
                    <a:pt x="392" y="1"/>
                  </a:moveTo>
                  <a:cubicBezTo>
                    <a:pt x="177" y="1"/>
                    <a:pt x="1" y="176"/>
                    <a:pt x="1" y="392"/>
                  </a:cubicBezTo>
                  <a:lnTo>
                    <a:pt x="1" y="4213"/>
                  </a:lnTo>
                  <a:cubicBezTo>
                    <a:pt x="1" y="4429"/>
                    <a:pt x="177" y="4603"/>
                    <a:pt x="392" y="4603"/>
                  </a:cubicBezTo>
                  <a:lnTo>
                    <a:pt x="4214" y="4603"/>
                  </a:lnTo>
                  <a:cubicBezTo>
                    <a:pt x="4430" y="4603"/>
                    <a:pt x="4604" y="4428"/>
                    <a:pt x="4604" y="4213"/>
                  </a:cubicBezTo>
                  <a:cubicBezTo>
                    <a:pt x="4604" y="3997"/>
                    <a:pt x="4429" y="3820"/>
                    <a:pt x="4211" y="3820"/>
                  </a:cubicBezTo>
                  <a:lnTo>
                    <a:pt x="783" y="3820"/>
                  </a:lnTo>
                  <a:lnTo>
                    <a:pt x="783" y="392"/>
                  </a:lnTo>
                  <a:cubicBezTo>
                    <a:pt x="783" y="175"/>
                    <a:pt x="608" y="1"/>
                    <a:pt x="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400" lIns="115400" spcFirstLastPara="1" rIns="115400" wrap="square" tIns="11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8"/>
            <p:cNvSpPr/>
            <p:nvPr/>
          </p:nvSpPr>
          <p:spPr>
            <a:xfrm>
              <a:off x="7432762" y="4325087"/>
              <a:ext cx="151001" cy="69823"/>
            </a:xfrm>
            <a:custGeom>
              <a:rect b="b" l="l" r="r" t="t"/>
              <a:pathLst>
                <a:path extrusionOk="0" h="2232" w="4827">
                  <a:moveTo>
                    <a:pt x="948" y="1"/>
                  </a:moveTo>
                  <a:cubicBezTo>
                    <a:pt x="687" y="1"/>
                    <a:pt x="438" y="112"/>
                    <a:pt x="262" y="302"/>
                  </a:cubicBezTo>
                  <a:cubicBezTo>
                    <a:pt x="88" y="493"/>
                    <a:pt x="1" y="750"/>
                    <a:pt x="22" y="1006"/>
                  </a:cubicBezTo>
                  <a:lnTo>
                    <a:pt x="96" y="2232"/>
                  </a:lnTo>
                  <a:lnTo>
                    <a:pt x="4771" y="2232"/>
                  </a:lnTo>
                  <a:lnTo>
                    <a:pt x="4813" y="974"/>
                  </a:lnTo>
                  <a:cubicBezTo>
                    <a:pt x="4826" y="719"/>
                    <a:pt x="4735" y="476"/>
                    <a:pt x="4559" y="290"/>
                  </a:cubicBezTo>
                  <a:cubicBezTo>
                    <a:pt x="4382" y="103"/>
                    <a:pt x="4144" y="1"/>
                    <a:pt x="3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400" lIns="115400" spcFirstLastPara="1" rIns="115400" wrap="square" tIns="11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8"/>
            <p:cNvSpPr/>
            <p:nvPr/>
          </p:nvSpPr>
          <p:spPr>
            <a:xfrm>
              <a:off x="7437204" y="4419435"/>
              <a:ext cx="143993" cy="161449"/>
            </a:xfrm>
            <a:custGeom>
              <a:rect b="b" l="l" r="r" t="t"/>
              <a:pathLst>
                <a:path extrusionOk="0" h="5161" w="4603">
                  <a:moveTo>
                    <a:pt x="0" y="1"/>
                  </a:moveTo>
                  <a:lnTo>
                    <a:pt x="33" y="553"/>
                  </a:lnTo>
                  <a:lnTo>
                    <a:pt x="33" y="560"/>
                  </a:lnTo>
                  <a:cubicBezTo>
                    <a:pt x="78" y="1070"/>
                    <a:pt x="457" y="1467"/>
                    <a:pt x="944" y="1549"/>
                  </a:cubicBezTo>
                  <a:lnTo>
                    <a:pt x="944" y="3760"/>
                  </a:lnTo>
                  <a:cubicBezTo>
                    <a:pt x="944" y="4533"/>
                    <a:pt x="1572" y="5160"/>
                    <a:pt x="2344" y="5160"/>
                  </a:cubicBezTo>
                  <a:cubicBezTo>
                    <a:pt x="3116" y="5160"/>
                    <a:pt x="3745" y="4533"/>
                    <a:pt x="3745" y="3760"/>
                  </a:cubicBezTo>
                  <a:lnTo>
                    <a:pt x="3745" y="1533"/>
                  </a:lnTo>
                  <a:cubicBezTo>
                    <a:pt x="4207" y="1420"/>
                    <a:pt x="4558" y="1015"/>
                    <a:pt x="4583" y="519"/>
                  </a:cubicBezTo>
                  <a:cubicBezTo>
                    <a:pt x="4584" y="518"/>
                    <a:pt x="4584" y="517"/>
                    <a:pt x="4584" y="514"/>
                  </a:cubicBezTo>
                  <a:lnTo>
                    <a:pt x="46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400" lIns="115400" spcFirstLastPara="1" rIns="115400" wrap="square" tIns="11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8"/>
            <p:cNvSpPr/>
            <p:nvPr/>
          </p:nvSpPr>
          <p:spPr>
            <a:xfrm>
              <a:off x="7299749" y="4394878"/>
              <a:ext cx="137487" cy="24557"/>
            </a:xfrm>
            <a:custGeom>
              <a:rect b="b" l="l" r="r" t="t"/>
              <a:pathLst>
                <a:path extrusionOk="0" h="785" w="4395">
                  <a:moveTo>
                    <a:pt x="392" y="1"/>
                  </a:moveTo>
                  <a:lnTo>
                    <a:pt x="392" y="3"/>
                  </a:lnTo>
                  <a:cubicBezTo>
                    <a:pt x="175" y="3"/>
                    <a:pt x="1" y="178"/>
                    <a:pt x="1" y="394"/>
                  </a:cubicBezTo>
                  <a:cubicBezTo>
                    <a:pt x="1" y="610"/>
                    <a:pt x="176" y="785"/>
                    <a:pt x="392" y="785"/>
                  </a:cubicBezTo>
                  <a:lnTo>
                    <a:pt x="4394" y="785"/>
                  </a:lnTo>
                  <a:lnTo>
                    <a:pt x="43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400" lIns="115400" spcFirstLastPara="1" rIns="115400" wrap="square" tIns="11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8"/>
            <p:cNvSpPr/>
            <p:nvPr/>
          </p:nvSpPr>
          <p:spPr>
            <a:xfrm>
              <a:off x="7581166" y="4394972"/>
              <a:ext cx="135797" cy="24557"/>
            </a:xfrm>
            <a:custGeom>
              <a:rect b="b" l="l" r="r" t="t"/>
              <a:pathLst>
                <a:path extrusionOk="0" h="785" w="4341">
                  <a:moveTo>
                    <a:pt x="27" y="1"/>
                  </a:moveTo>
                  <a:lnTo>
                    <a:pt x="0" y="785"/>
                  </a:lnTo>
                  <a:lnTo>
                    <a:pt x="3949" y="785"/>
                  </a:lnTo>
                  <a:lnTo>
                    <a:pt x="3949" y="783"/>
                  </a:lnTo>
                  <a:cubicBezTo>
                    <a:pt x="4166" y="783"/>
                    <a:pt x="4340" y="607"/>
                    <a:pt x="4340" y="392"/>
                  </a:cubicBezTo>
                  <a:cubicBezTo>
                    <a:pt x="4340" y="175"/>
                    <a:pt x="4165" y="1"/>
                    <a:pt x="39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400" lIns="115400" spcFirstLastPara="1" rIns="115400" wrap="square" tIns="11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7" name="Google Shape;347;p38"/>
          <p:cNvSpPr txBox="1"/>
          <p:nvPr/>
        </p:nvSpPr>
        <p:spPr>
          <a:xfrm>
            <a:off x="-69012" y="3366975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Provide variety of tutors </a:t>
            </a:r>
            <a:endParaRPr b="1" sz="200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348" name="Google Shape;348;p38"/>
          <p:cNvSpPr txBox="1"/>
          <p:nvPr/>
        </p:nvSpPr>
        <p:spPr>
          <a:xfrm>
            <a:off x="3072000" y="369773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        Discounts</a:t>
            </a:r>
            <a:endParaRPr b="1" sz="200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oogle Shape;353;p39"/>
          <p:cNvGrpSpPr/>
          <p:nvPr/>
        </p:nvGrpSpPr>
        <p:grpSpPr>
          <a:xfrm>
            <a:off x="865193" y="1254667"/>
            <a:ext cx="1131593" cy="1082850"/>
            <a:chOff x="1317586" y="1856572"/>
            <a:chExt cx="749797" cy="717499"/>
          </a:xfrm>
        </p:grpSpPr>
        <p:sp>
          <p:nvSpPr>
            <p:cNvPr id="354" name="Google Shape;354;p39"/>
            <p:cNvSpPr/>
            <p:nvPr/>
          </p:nvSpPr>
          <p:spPr>
            <a:xfrm>
              <a:off x="1317586" y="1891887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9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6" name="Google Shape;356;p39"/>
          <p:cNvGrpSpPr/>
          <p:nvPr/>
        </p:nvGrpSpPr>
        <p:grpSpPr>
          <a:xfrm>
            <a:off x="4006218" y="1650442"/>
            <a:ext cx="1131593" cy="1082850"/>
            <a:chOff x="1317586" y="1856572"/>
            <a:chExt cx="749797" cy="717499"/>
          </a:xfrm>
        </p:grpSpPr>
        <p:sp>
          <p:nvSpPr>
            <p:cNvPr id="357" name="Google Shape;357;p39"/>
            <p:cNvSpPr/>
            <p:nvPr/>
          </p:nvSpPr>
          <p:spPr>
            <a:xfrm>
              <a:off x="1317586" y="1891887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9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9" name="Google Shape;359;p39"/>
          <p:cNvGrpSpPr/>
          <p:nvPr/>
        </p:nvGrpSpPr>
        <p:grpSpPr>
          <a:xfrm>
            <a:off x="7147255" y="1254667"/>
            <a:ext cx="1131593" cy="1082850"/>
            <a:chOff x="1317586" y="1856572"/>
            <a:chExt cx="749797" cy="717499"/>
          </a:xfrm>
        </p:grpSpPr>
        <p:sp>
          <p:nvSpPr>
            <p:cNvPr id="360" name="Google Shape;360;p39"/>
            <p:cNvSpPr/>
            <p:nvPr/>
          </p:nvSpPr>
          <p:spPr>
            <a:xfrm>
              <a:off x="1317586" y="1891887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9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" name="Google Shape;362;p39"/>
          <p:cNvSpPr txBox="1"/>
          <p:nvPr>
            <p:ph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growth plan</a:t>
            </a:r>
            <a:endParaRPr/>
          </a:p>
        </p:txBody>
      </p:sp>
      <p:sp>
        <p:nvSpPr>
          <p:cNvPr id="363" name="Google Shape;363;p39"/>
          <p:cNvSpPr txBox="1"/>
          <p:nvPr/>
        </p:nvSpPr>
        <p:spPr>
          <a:xfrm>
            <a:off x="719925" y="2914650"/>
            <a:ext cx="1422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First month</a:t>
            </a:r>
            <a:endParaRPr b="1" sz="200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364" name="Google Shape;364;p39"/>
          <p:cNvSpPr txBox="1"/>
          <p:nvPr/>
        </p:nvSpPr>
        <p:spPr>
          <a:xfrm>
            <a:off x="219225" y="3624425"/>
            <a:ext cx="24234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Social </a:t>
            </a:r>
            <a:r>
              <a:rPr lang="en" sz="1600">
                <a:solidFill>
                  <a:schemeClr val="dk1"/>
                </a:solidFill>
              </a:rPr>
              <a:t>media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65" name="Google Shape;365;p39"/>
          <p:cNvSpPr txBox="1"/>
          <p:nvPr/>
        </p:nvSpPr>
        <p:spPr>
          <a:xfrm>
            <a:off x="3860988" y="3239025"/>
            <a:ext cx="1422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Second month</a:t>
            </a:r>
            <a:endParaRPr b="1" sz="200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366" name="Google Shape;366;p39"/>
          <p:cNvSpPr txBox="1"/>
          <p:nvPr/>
        </p:nvSpPr>
        <p:spPr>
          <a:xfrm>
            <a:off x="6467750" y="3887050"/>
            <a:ext cx="24234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expand into neighboring </a:t>
            </a:r>
            <a:r>
              <a:rPr lang="en" sz="1600">
                <a:solidFill>
                  <a:schemeClr val="dk1"/>
                </a:solidFill>
              </a:rPr>
              <a:t>countries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67" name="Google Shape;367;p39"/>
          <p:cNvSpPr txBox="1"/>
          <p:nvPr/>
        </p:nvSpPr>
        <p:spPr>
          <a:xfrm>
            <a:off x="7002075" y="2914650"/>
            <a:ext cx="1422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8 months</a:t>
            </a:r>
            <a:endParaRPr b="1" sz="200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368" name="Google Shape;368;p39"/>
          <p:cNvSpPr txBox="1"/>
          <p:nvPr/>
        </p:nvSpPr>
        <p:spPr>
          <a:xfrm>
            <a:off x="3540299" y="3887050"/>
            <a:ext cx="23250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Events &amp; </a:t>
            </a:r>
            <a:r>
              <a:rPr lang="en" sz="1600">
                <a:solidFill>
                  <a:schemeClr val="dk1"/>
                </a:solidFill>
              </a:rPr>
              <a:t>Universities</a:t>
            </a:r>
            <a:endParaRPr sz="1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369" name="Google Shape;369;p39"/>
          <p:cNvCxnSpPr/>
          <p:nvPr/>
        </p:nvCxnSpPr>
        <p:spPr>
          <a:xfrm>
            <a:off x="1430975" y="2318838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70" name="Google Shape;370;p39"/>
          <p:cNvCxnSpPr>
            <a:stCxn id="371" idx="4"/>
            <a:endCxn id="365" idx="0"/>
          </p:cNvCxnSpPr>
          <p:nvPr/>
        </p:nvCxnSpPr>
        <p:spPr>
          <a:xfrm>
            <a:off x="4571988" y="2733225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72" name="Google Shape;372;p39"/>
          <p:cNvCxnSpPr/>
          <p:nvPr/>
        </p:nvCxnSpPr>
        <p:spPr>
          <a:xfrm>
            <a:off x="7713051" y="2333863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373" name="Google Shape;373;p39"/>
          <p:cNvGrpSpPr/>
          <p:nvPr/>
        </p:nvGrpSpPr>
        <p:grpSpPr>
          <a:xfrm>
            <a:off x="1263216" y="1587055"/>
            <a:ext cx="335536" cy="418091"/>
            <a:chOff x="1325198" y="1996261"/>
            <a:chExt cx="335536" cy="418091"/>
          </a:xfrm>
        </p:grpSpPr>
        <p:sp>
          <p:nvSpPr>
            <p:cNvPr id="374" name="Google Shape;374;p39"/>
            <p:cNvSpPr/>
            <p:nvPr/>
          </p:nvSpPr>
          <p:spPr>
            <a:xfrm>
              <a:off x="1418889" y="2114228"/>
              <a:ext cx="146340" cy="71793"/>
            </a:xfrm>
            <a:custGeom>
              <a:rect b="b" l="l" r="r" t="t"/>
              <a:pathLst>
                <a:path extrusionOk="0" h="2295" w="4678">
                  <a:moveTo>
                    <a:pt x="4474" y="1"/>
                  </a:moveTo>
                  <a:lnTo>
                    <a:pt x="205" y="2"/>
                  </a:lnTo>
                  <a:cubicBezTo>
                    <a:pt x="92" y="2"/>
                    <a:pt x="1" y="93"/>
                    <a:pt x="1" y="205"/>
                  </a:cubicBezTo>
                  <a:lnTo>
                    <a:pt x="1" y="2053"/>
                  </a:lnTo>
                  <a:cubicBezTo>
                    <a:pt x="1" y="2167"/>
                    <a:pt x="93" y="2261"/>
                    <a:pt x="207" y="2264"/>
                  </a:cubicBezTo>
                  <a:lnTo>
                    <a:pt x="1226" y="2277"/>
                  </a:lnTo>
                  <a:lnTo>
                    <a:pt x="1228" y="2277"/>
                  </a:lnTo>
                  <a:cubicBezTo>
                    <a:pt x="1334" y="2277"/>
                    <a:pt x="1423" y="2198"/>
                    <a:pt x="1436" y="2093"/>
                  </a:cubicBezTo>
                  <a:cubicBezTo>
                    <a:pt x="1490" y="1649"/>
                    <a:pt x="1870" y="1314"/>
                    <a:pt x="2318" y="1314"/>
                  </a:cubicBezTo>
                  <a:cubicBezTo>
                    <a:pt x="2765" y="1314"/>
                    <a:pt x="3144" y="1648"/>
                    <a:pt x="3198" y="2091"/>
                  </a:cubicBezTo>
                  <a:lnTo>
                    <a:pt x="3206" y="2150"/>
                  </a:lnTo>
                  <a:cubicBezTo>
                    <a:pt x="3216" y="2225"/>
                    <a:pt x="3279" y="2281"/>
                    <a:pt x="3355" y="2283"/>
                  </a:cubicBezTo>
                  <a:lnTo>
                    <a:pt x="4524" y="2294"/>
                  </a:lnTo>
                  <a:cubicBezTo>
                    <a:pt x="4525" y="2294"/>
                    <a:pt x="4526" y="2294"/>
                    <a:pt x="4526" y="2294"/>
                  </a:cubicBezTo>
                  <a:cubicBezTo>
                    <a:pt x="4579" y="2294"/>
                    <a:pt x="4614" y="2267"/>
                    <a:pt x="4632" y="2250"/>
                  </a:cubicBezTo>
                  <a:cubicBezTo>
                    <a:pt x="4648" y="2235"/>
                    <a:pt x="4673" y="2203"/>
                    <a:pt x="4675" y="2155"/>
                  </a:cubicBezTo>
                  <a:lnTo>
                    <a:pt x="4675" y="1119"/>
                  </a:lnTo>
                  <a:cubicBezTo>
                    <a:pt x="4675" y="1114"/>
                    <a:pt x="4677" y="1109"/>
                    <a:pt x="4677" y="1103"/>
                  </a:cubicBezTo>
                  <a:lnTo>
                    <a:pt x="4677" y="203"/>
                  </a:lnTo>
                  <a:cubicBezTo>
                    <a:pt x="4677" y="150"/>
                    <a:pt x="4655" y="98"/>
                    <a:pt x="4618" y="59"/>
                  </a:cubicBezTo>
                  <a:cubicBezTo>
                    <a:pt x="4580" y="21"/>
                    <a:pt x="4529" y="1"/>
                    <a:pt x="4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9"/>
            <p:cNvSpPr/>
            <p:nvPr/>
          </p:nvSpPr>
          <p:spPr>
            <a:xfrm>
              <a:off x="1444822" y="2277209"/>
              <a:ext cx="90688" cy="41199"/>
            </a:xfrm>
            <a:custGeom>
              <a:rect b="b" l="l" r="r" t="t"/>
              <a:pathLst>
                <a:path extrusionOk="0" h="1317" w="2899">
                  <a:moveTo>
                    <a:pt x="307" y="1"/>
                  </a:moveTo>
                  <a:lnTo>
                    <a:pt x="210" y="320"/>
                  </a:lnTo>
                  <a:cubicBezTo>
                    <a:pt x="164" y="474"/>
                    <a:pt x="92" y="616"/>
                    <a:pt x="1" y="740"/>
                  </a:cubicBezTo>
                  <a:cubicBezTo>
                    <a:pt x="383" y="1112"/>
                    <a:pt x="887" y="1317"/>
                    <a:pt x="1421" y="1317"/>
                  </a:cubicBezTo>
                  <a:cubicBezTo>
                    <a:pt x="1967" y="1317"/>
                    <a:pt x="2479" y="1106"/>
                    <a:pt x="2864" y="720"/>
                  </a:cubicBezTo>
                  <a:lnTo>
                    <a:pt x="2899" y="684"/>
                  </a:lnTo>
                  <a:cubicBezTo>
                    <a:pt x="2821" y="572"/>
                    <a:pt x="2758" y="448"/>
                    <a:pt x="2713" y="314"/>
                  </a:cubicBezTo>
                  <a:lnTo>
                    <a:pt x="2621" y="35"/>
                  </a:lnTo>
                  <a:cubicBezTo>
                    <a:pt x="2275" y="175"/>
                    <a:pt x="1898" y="252"/>
                    <a:pt x="1507" y="252"/>
                  </a:cubicBezTo>
                  <a:cubicBezTo>
                    <a:pt x="1502" y="252"/>
                    <a:pt x="1497" y="252"/>
                    <a:pt x="1492" y="252"/>
                  </a:cubicBezTo>
                  <a:cubicBezTo>
                    <a:pt x="1075" y="252"/>
                    <a:pt x="674" y="163"/>
                    <a:pt x="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9"/>
            <p:cNvSpPr/>
            <p:nvPr/>
          </p:nvSpPr>
          <p:spPr>
            <a:xfrm>
              <a:off x="1464781" y="2077596"/>
              <a:ext cx="54588" cy="12200"/>
            </a:xfrm>
            <a:custGeom>
              <a:rect b="b" l="l" r="r" t="t"/>
              <a:pathLst>
                <a:path extrusionOk="0" h="390" w="1745">
                  <a:moveTo>
                    <a:pt x="872" y="1"/>
                  </a:moveTo>
                  <a:cubicBezTo>
                    <a:pt x="629" y="1"/>
                    <a:pt x="386" y="84"/>
                    <a:pt x="175" y="251"/>
                  </a:cubicBezTo>
                  <a:lnTo>
                    <a:pt x="1" y="389"/>
                  </a:lnTo>
                  <a:lnTo>
                    <a:pt x="1745" y="389"/>
                  </a:lnTo>
                  <a:lnTo>
                    <a:pt x="1570" y="251"/>
                  </a:lnTo>
                  <a:cubicBezTo>
                    <a:pt x="1358" y="84"/>
                    <a:pt x="1115" y="1"/>
                    <a:pt x="8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9"/>
            <p:cNvSpPr/>
            <p:nvPr/>
          </p:nvSpPr>
          <p:spPr>
            <a:xfrm>
              <a:off x="1588628" y="2139566"/>
              <a:ext cx="32158" cy="57529"/>
            </a:xfrm>
            <a:custGeom>
              <a:rect b="b" l="l" r="r" t="t"/>
              <a:pathLst>
                <a:path extrusionOk="0" h="1839" w="1028">
                  <a:moveTo>
                    <a:pt x="34" y="0"/>
                  </a:moveTo>
                  <a:lnTo>
                    <a:pt x="34" y="1332"/>
                  </a:lnTo>
                  <a:cubicBezTo>
                    <a:pt x="34" y="1344"/>
                    <a:pt x="34" y="1356"/>
                    <a:pt x="33" y="1367"/>
                  </a:cubicBezTo>
                  <a:cubicBezTo>
                    <a:pt x="33" y="1529"/>
                    <a:pt x="22" y="1684"/>
                    <a:pt x="0" y="1838"/>
                  </a:cubicBezTo>
                  <a:lnTo>
                    <a:pt x="108" y="1838"/>
                  </a:lnTo>
                  <a:cubicBezTo>
                    <a:pt x="616" y="1838"/>
                    <a:pt x="1027" y="1427"/>
                    <a:pt x="1027" y="919"/>
                  </a:cubicBezTo>
                  <a:cubicBezTo>
                    <a:pt x="1027" y="411"/>
                    <a:pt x="616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9"/>
            <p:cNvSpPr/>
            <p:nvPr/>
          </p:nvSpPr>
          <p:spPr>
            <a:xfrm>
              <a:off x="1423425" y="2179764"/>
              <a:ext cx="136830" cy="80865"/>
            </a:xfrm>
            <a:custGeom>
              <a:rect b="b" l="l" r="r" t="t"/>
              <a:pathLst>
                <a:path extrusionOk="0" h="2585" w="4374">
                  <a:moveTo>
                    <a:pt x="2172" y="0"/>
                  </a:moveTo>
                  <a:cubicBezTo>
                    <a:pt x="2120" y="0"/>
                    <a:pt x="2075" y="40"/>
                    <a:pt x="2068" y="93"/>
                  </a:cubicBezTo>
                  <a:cubicBezTo>
                    <a:pt x="2006" y="591"/>
                    <a:pt x="1584" y="964"/>
                    <a:pt x="1084" y="964"/>
                  </a:cubicBezTo>
                  <a:cubicBezTo>
                    <a:pt x="1079" y="964"/>
                    <a:pt x="1074" y="964"/>
                    <a:pt x="1069" y="964"/>
                  </a:cubicBezTo>
                  <a:lnTo>
                    <a:pt x="52" y="951"/>
                  </a:lnTo>
                  <a:cubicBezTo>
                    <a:pt x="35" y="951"/>
                    <a:pt x="17" y="949"/>
                    <a:pt x="0" y="948"/>
                  </a:cubicBezTo>
                  <a:lnTo>
                    <a:pt x="0" y="948"/>
                  </a:lnTo>
                  <a:cubicBezTo>
                    <a:pt x="333" y="1903"/>
                    <a:pt x="1189" y="2584"/>
                    <a:pt x="2192" y="2584"/>
                  </a:cubicBezTo>
                  <a:cubicBezTo>
                    <a:pt x="2194" y="2584"/>
                    <a:pt x="2196" y="2584"/>
                    <a:pt x="2198" y="2584"/>
                  </a:cubicBezTo>
                  <a:cubicBezTo>
                    <a:pt x="3188" y="2584"/>
                    <a:pt x="4034" y="1919"/>
                    <a:pt x="4373" y="982"/>
                  </a:cubicBezTo>
                  <a:lnTo>
                    <a:pt x="4371" y="982"/>
                  </a:lnTo>
                  <a:lnTo>
                    <a:pt x="3204" y="970"/>
                  </a:lnTo>
                  <a:cubicBezTo>
                    <a:pt x="2737" y="966"/>
                    <a:pt x="2341" y="614"/>
                    <a:pt x="2284" y="150"/>
                  </a:cubicBezTo>
                  <a:lnTo>
                    <a:pt x="2277" y="93"/>
                  </a:lnTo>
                  <a:cubicBezTo>
                    <a:pt x="2270" y="40"/>
                    <a:pt x="2225" y="0"/>
                    <a:pt x="2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9"/>
            <p:cNvSpPr/>
            <p:nvPr/>
          </p:nvSpPr>
          <p:spPr>
            <a:xfrm>
              <a:off x="1364176" y="2139566"/>
              <a:ext cx="31220" cy="57529"/>
            </a:xfrm>
            <a:custGeom>
              <a:rect b="b" l="l" r="r" t="t"/>
              <a:pathLst>
                <a:path extrusionOk="0" h="1839" w="998">
                  <a:moveTo>
                    <a:pt x="920" y="0"/>
                  </a:moveTo>
                  <a:cubicBezTo>
                    <a:pt x="412" y="0"/>
                    <a:pt x="1" y="411"/>
                    <a:pt x="1" y="919"/>
                  </a:cubicBezTo>
                  <a:cubicBezTo>
                    <a:pt x="1" y="1427"/>
                    <a:pt x="412" y="1838"/>
                    <a:pt x="920" y="1838"/>
                  </a:cubicBezTo>
                  <a:lnTo>
                    <a:pt x="998" y="1838"/>
                  </a:lnTo>
                  <a:cubicBezTo>
                    <a:pt x="976" y="1682"/>
                    <a:pt x="965" y="1520"/>
                    <a:pt x="965" y="1357"/>
                  </a:cubicBezTo>
                  <a:lnTo>
                    <a:pt x="965" y="773"/>
                  </a:lnTo>
                  <a:cubicBezTo>
                    <a:pt x="965" y="761"/>
                    <a:pt x="966" y="750"/>
                    <a:pt x="966" y="739"/>
                  </a:cubicBezTo>
                  <a:lnTo>
                    <a:pt x="9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9"/>
            <p:cNvSpPr/>
            <p:nvPr/>
          </p:nvSpPr>
          <p:spPr>
            <a:xfrm>
              <a:off x="1325198" y="2313654"/>
              <a:ext cx="335536" cy="100698"/>
            </a:xfrm>
            <a:custGeom>
              <a:rect b="b" l="l" r="r" t="t"/>
              <a:pathLst>
                <a:path extrusionOk="0" h="3219" w="10726">
                  <a:moveTo>
                    <a:pt x="7346" y="0"/>
                  </a:moveTo>
                  <a:cubicBezTo>
                    <a:pt x="7334" y="17"/>
                    <a:pt x="7320" y="36"/>
                    <a:pt x="7303" y="52"/>
                  </a:cubicBezTo>
                  <a:lnTo>
                    <a:pt x="7244" y="111"/>
                  </a:lnTo>
                  <a:cubicBezTo>
                    <a:pt x="6710" y="644"/>
                    <a:pt x="6002" y="939"/>
                    <a:pt x="5248" y="939"/>
                  </a:cubicBezTo>
                  <a:cubicBezTo>
                    <a:pt x="4495" y="939"/>
                    <a:pt x="3787" y="644"/>
                    <a:pt x="3253" y="111"/>
                  </a:cubicBezTo>
                  <a:cubicBezTo>
                    <a:pt x="3233" y="90"/>
                    <a:pt x="3215" y="69"/>
                    <a:pt x="3201" y="44"/>
                  </a:cubicBezTo>
                  <a:lnTo>
                    <a:pt x="1181" y="520"/>
                  </a:lnTo>
                  <a:cubicBezTo>
                    <a:pt x="744" y="668"/>
                    <a:pt x="413" y="1058"/>
                    <a:pt x="315" y="1541"/>
                  </a:cubicBezTo>
                  <a:lnTo>
                    <a:pt x="28" y="2950"/>
                  </a:lnTo>
                  <a:cubicBezTo>
                    <a:pt x="1" y="3089"/>
                    <a:pt x="98" y="3219"/>
                    <a:pt x="228" y="3219"/>
                  </a:cubicBezTo>
                  <a:lnTo>
                    <a:pt x="10498" y="3219"/>
                  </a:lnTo>
                  <a:cubicBezTo>
                    <a:pt x="10628" y="3218"/>
                    <a:pt x="10725" y="3084"/>
                    <a:pt x="10694" y="2945"/>
                  </a:cubicBezTo>
                  <a:lnTo>
                    <a:pt x="10355" y="1428"/>
                  </a:lnTo>
                  <a:cubicBezTo>
                    <a:pt x="10244" y="939"/>
                    <a:pt x="9896" y="552"/>
                    <a:pt x="9447" y="421"/>
                  </a:cubicBezTo>
                  <a:lnTo>
                    <a:pt x="7409" y="21"/>
                  </a:lnTo>
                  <a:cubicBezTo>
                    <a:pt x="7387" y="13"/>
                    <a:pt x="7367" y="6"/>
                    <a:pt x="7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9"/>
            <p:cNvSpPr/>
            <p:nvPr/>
          </p:nvSpPr>
          <p:spPr>
            <a:xfrm>
              <a:off x="1399807" y="1996261"/>
              <a:ext cx="182533" cy="104859"/>
            </a:xfrm>
            <a:custGeom>
              <a:rect b="b" l="l" r="r" t="t"/>
              <a:pathLst>
                <a:path extrusionOk="0" h="3352" w="5835">
                  <a:moveTo>
                    <a:pt x="4546" y="1"/>
                  </a:moveTo>
                  <a:lnTo>
                    <a:pt x="2975" y="34"/>
                  </a:lnTo>
                  <a:cubicBezTo>
                    <a:pt x="1838" y="58"/>
                    <a:pt x="900" y="397"/>
                    <a:pt x="366" y="1399"/>
                  </a:cubicBezTo>
                  <a:cubicBezTo>
                    <a:pt x="354" y="1421"/>
                    <a:pt x="344" y="1442"/>
                    <a:pt x="332" y="1464"/>
                  </a:cubicBezTo>
                  <a:cubicBezTo>
                    <a:pt x="260" y="1604"/>
                    <a:pt x="75" y="1895"/>
                    <a:pt x="31" y="2387"/>
                  </a:cubicBezTo>
                  <a:cubicBezTo>
                    <a:pt x="1" y="2729"/>
                    <a:pt x="14" y="3056"/>
                    <a:pt x="52" y="3351"/>
                  </a:cubicBezTo>
                  <a:cubicBezTo>
                    <a:pt x="233" y="3131"/>
                    <a:pt x="507" y="2989"/>
                    <a:pt x="812" y="2989"/>
                  </a:cubicBezTo>
                  <a:lnTo>
                    <a:pt x="1767" y="2237"/>
                  </a:lnTo>
                  <a:cubicBezTo>
                    <a:pt x="2121" y="1958"/>
                    <a:pt x="2536" y="1819"/>
                    <a:pt x="2950" y="1819"/>
                  </a:cubicBezTo>
                  <a:cubicBezTo>
                    <a:pt x="3364" y="1819"/>
                    <a:pt x="3777" y="1958"/>
                    <a:pt x="4130" y="2235"/>
                  </a:cubicBezTo>
                  <a:lnTo>
                    <a:pt x="5085" y="2988"/>
                  </a:lnTo>
                  <a:cubicBezTo>
                    <a:pt x="5332" y="2988"/>
                    <a:pt x="5562" y="3078"/>
                    <a:pt x="5743" y="3242"/>
                  </a:cubicBezTo>
                  <a:cubicBezTo>
                    <a:pt x="5797" y="2855"/>
                    <a:pt x="5834" y="2463"/>
                    <a:pt x="5825" y="2165"/>
                  </a:cubicBezTo>
                  <a:cubicBezTo>
                    <a:pt x="5809" y="1666"/>
                    <a:pt x="5571" y="874"/>
                    <a:pt x="5372" y="448"/>
                  </a:cubicBezTo>
                  <a:cubicBezTo>
                    <a:pt x="5224" y="134"/>
                    <a:pt x="4930" y="21"/>
                    <a:pt x="4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2" name="Google Shape;382;p39"/>
          <p:cNvGrpSpPr/>
          <p:nvPr/>
        </p:nvGrpSpPr>
        <p:grpSpPr>
          <a:xfrm>
            <a:off x="4362961" y="2014639"/>
            <a:ext cx="418122" cy="322898"/>
            <a:chOff x="6611284" y="3554849"/>
            <a:chExt cx="418122" cy="322898"/>
          </a:xfrm>
        </p:grpSpPr>
        <p:sp>
          <p:nvSpPr>
            <p:cNvPr id="383" name="Google Shape;383;p39"/>
            <p:cNvSpPr/>
            <p:nvPr/>
          </p:nvSpPr>
          <p:spPr>
            <a:xfrm>
              <a:off x="6611409" y="3618791"/>
              <a:ext cx="417590" cy="195578"/>
            </a:xfrm>
            <a:custGeom>
              <a:rect b="b" l="l" r="r" t="t"/>
              <a:pathLst>
                <a:path extrusionOk="0" h="6252" w="13349">
                  <a:moveTo>
                    <a:pt x="6673" y="3112"/>
                  </a:moveTo>
                  <a:cubicBezTo>
                    <a:pt x="6889" y="3112"/>
                    <a:pt x="7064" y="3288"/>
                    <a:pt x="7064" y="3504"/>
                  </a:cubicBezTo>
                  <a:cubicBezTo>
                    <a:pt x="7064" y="3722"/>
                    <a:pt x="6889" y="3897"/>
                    <a:pt x="6673" y="3897"/>
                  </a:cubicBezTo>
                  <a:cubicBezTo>
                    <a:pt x="6455" y="3897"/>
                    <a:pt x="6280" y="3722"/>
                    <a:pt x="6280" y="3504"/>
                  </a:cubicBezTo>
                  <a:cubicBezTo>
                    <a:pt x="6280" y="3288"/>
                    <a:pt x="6455" y="3112"/>
                    <a:pt x="6673" y="3112"/>
                  </a:cubicBezTo>
                  <a:close/>
                  <a:moveTo>
                    <a:pt x="3550" y="1215"/>
                  </a:moveTo>
                  <a:cubicBezTo>
                    <a:pt x="4608" y="1215"/>
                    <a:pt x="5468" y="2074"/>
                    <a:pt x="5468" y="3133"/>
                  </a:cubicBezTo>
                  <a:cubicBezTo>
                    <a:pt x="5468" y="4190"/>
                    <a:pt x="4608" y="5051"/>
                    <a:pt x="3550" y="5051"/>
                  </a:cubicBezTo>
                  <a:cubicBezTo>
                    <a:pt x="2492" y="5051"/>
                    <a:pt x="1632" y="4190"/>
                    <a:pt x="1632" y="3133"/>
                  </a:cubicBezTo>
                  <a:cubicBezTo>
                    <a:pt x="1632" y="2074"/>
                    <a:pt x="2492" y="1215"/>
                    <a:pt x="3550" y="1215"/>
                  </a:cubicBezTo>
                  <a:close/>
                  <a:moveTo>
                    <a:pt x="9832" y="1215"/>
                  </a:moveTo>
                  <a:cubicBezTo>
                    <a:pt x="10890" y="1215"/>
                    <a:pt x="11750" y="2075"/>
                    <a:pt x="11750" y="3133"/>
                  </a:cubicBezTo>
                  <a:cubicBezTo>
                    <a:pt x="11750" y="4190"/>
                    <a:pt x="10890" y="5051"/>
                    <a:pt x="9832" y="5051"/>
                  </a:cubicBezTo>
                  <a:cubicBezTo>
                    <a:pt x="8773" y="5051"/>
                    <a:pt x="7914" y="4190"/>
                    <a:pt x="7914" y="3133"/>
                  </a:cubicBezTo>
                  <a:cubicBezTo>
                    <a:pt x="7914" y="2075"/>
                    <a:pt x="8773" y="1215"/>
                    <a:pt x="9832" y="1215"/>
                  </a:cubicBezTo>
                  <a:close/>
                  <a:moveTo>
                    <a:pt x="842" y="0"/>
                  </a:moveTo>
                  <a:cubicBezTo>
                    <a:pt x="377" y="0"/>
                    <a:pt x="1" y="378"/>
                    <a:pt x="1" y="841"/>
                  </a:cubicBezTo>
                  <a:lnTo>
                    <a:pt x="1" y="5410"/>
                  </a:lnTo>
                  <a:cubicBezTo>
                    <a:pt x="1" y="5874"/>
                    <a:pt x="377" y="6251"/>
                    <a:pt x="842" y="6251"/>
                  </a:cubicBezTo>
                  <a:lnTo>
                    <a:pt x="5695" y="6251"/>
                  </a:lnTo>
                  <a:cubicBezTo>
                    <a:pt x="5755" y="6251"/>
                    <a:pt x="5804" y="6202"/>
                    <a:pt x="5804" y="6143"/>
                  </a:cubicBezTo>
                  <a:cubicBezTo>
                    <a:pt x="5804" y="5662"/>
                    <a:pt x="6192" y="5274"/>
                    <a:pt x="6673" y="5274"/>
                  </a:cubicBezTo>
                  <a:cubicBezTo>
                    <a:pt x="7152" y="5274"/>
                    <a:pt x="7540" y="5662"/>
                    <a:pt x="7540" y="6143"/>
                  </a:cubicBezTo>
                  <a:cubicBezTo>
                    <a:pt x="7540" y="6202"/>
                    <a:pt x="7589" y="6251"/>
                    <a:pt x="7649" y="6251"/>
                  </a:cubicBezTo>
                  <a:lnTo>
                    <a:pt x="12507" y="6251"/>
                  </a:lnTo>
                  <a:cubicBezTo>
                    <a:pt x="12972" y="6251"/>
                    <a:pt x="13348" y="5874"/>
                    <a:pt x="13348" y="5410"/>
                  </a:cubicBezTo>
                  <a:lnTo>
                    <a:pt x="13348" y="841"/>
                  </a:lnTo>
                  <a:cubicBezTo>
                    <a:pt x="13348" y="378"/>
                    <a:pt x="12972" y="0"/>
                    <a:pt x="12507" y="0"/>
                  </a:cubicBezTo>
                  <a:lnTo>
                    <a:pt x="7063" y="0"/>
                  </a:lnTo>
                  <a:lnTo>
                    <a:pt x="7063" y="2179"/>
                  </a:lnTo>
                  <a:cubicBezTo>
                    <a:pt x="7063" y="2395"/>
                    <a:pt x="6887" y="2570"/>
                    <a:pt x="6673" y="2570"/>
                  </a:cubicBezTo>
                  <a:cubicBezTo>
                    <a:pt x="6455" y="2570"/>
                    <a:pt x="6281" y="2394"/>
                    <a:pt x="6281" y="2179"/>
                  </a:cubicBezTo>
                  <a:lnTo>
                    <a:pt x="62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9"/>
            <p:cNvSpPr/>
            <p:nvPr/>
          </p:nvSpPr>
          <p:spPr>
            <a:xfrm>
              <a:off x="6883441" y="3681293"/>
              <a:ext cx="71043" cy="71011"/>
            </a:xfrm>
            <a:custGeom>
              <a:rect b="b" l="l" r="r" t="t"/>
              <a:pathLst>
                <a:path extrusionOk="0" h="2270" w="2271">
                  <a:moveTo>
                    <a:pt x="1136" y="0"/>
                  </a:moveTo>
                  <a:cubicBezTo>
                    <a:pt x="510" y="0"/>
                    <a:pt x="0" y="509"/>
                    <a:pt x="0" y="1135"/>
                  </a:cubicBezTo>
                  <a:cubicBezTo>
                    <a:pt x="0" y="1761"/>
                    <a:pt x="510" y="2269"/>
                    <a:pt x="1136" y="2269"/>
                  </a:cubicBezTo>
                  <a:cubicBezTo>
                    <a:pt x="1762" y="2269"/>
                    <a:pt x="2270" y="1761"/>
                    <a:pt x="2270" y="1135"/>
                  </a:cubicBezTo>
                  <a:cubicBezTo>
                    <a:pt x="2270" y="509"/>
                    <a:pt x="1762" y="0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9"/>
            <p:cNvSpPr/>
            <p:nvPr/>
          </p:nvSpPr>
          <p:spPr>
            <a:xfrm>
              <a:off x="6686956" y="3681293"/>
              <a:ext cx="71011" cy="71011"/>
            </a:xfrm>
            <a:custGeom>
              <a:rect b="b" l="l" r="r" t="t"/>
              <a:pathLst>
                <a:path extrusionOk="0" h="2270" w="2270">
                  <a:moveTo>
                    <a:pt x="1135" y="0"/>
                  </a:moveTo>
                  <a:cubicBezTo>
                    <a:pt x="508" y="0"/>
                    <a:pt x="1" y="508"/>
                    <a:pt x="1" y="1135"/>
                  </a:cubicBezTo>
                  <a:cubicBezTo>
                    <a:pt x="1" y="1762"/>
                    <a:pt x="508" y="2269"/>
                    <a:pt x="1135" y="2269"/>
                  </a:cubicBezTo>
                  <a:cubicBezTo>
                    <a:pt x="1762" y="2269"/>
                    <a:pt x="2270" y="1762"/>
                    <a:pt x="2270" y="1135"/>
                  </a:cubicBezTo>
                  <a:cubicBezTo>
                    <a:pt x="2270" y="508"/>
                    <a:pt x="1762" y="0"/>
                    <a:pt x="1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9"/>
            <p:cNvSpPr/>
            <p:nvPr/>
          </p:nvSpPr>
          <p:spPr>
            <a:xfrm>
              <a:off x="6642410" y="3554849"/>
              <a:ext cx="356245" cy="39447"/>
            </a:xfrm>
            <a:custGeom>
              <a:rect b="b" l="l" r="r" t="t"/>
              <a:pathLst>
                <a:path extrusionOk="0" h="1261" w="11388">
                  <a:moveTo>
                    <a:pt x="1840" y="1"/>
                  </a:moveTo>
                  <a:cubicBezTo>
                    <a:pt x="1001" y="1"/>
                    <a:pt x="287" y="524"/>
                    <a:pt x="1" y="1260"/>
                  </a:cubicBezTo>
                  <a:lnTo>
                    <a:pt x="11388" y="1260"/>
                  </a:lnTo>
                  <a:cubicBezTo>
                    <a:pt x="11104" y="524"/>
                    <a:pt x="10388" y="1"/>
                    <a:pt x="95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9"/>
            <p:cNvSpPr/>
            <p:nvPr/>
          </p:nvSpPr>
          <p:spPr>
            <a:xfrm>
              <a:off x="6834985" y="3831230"/>
              <a:ext cx="194421" cy="46517"/>
            </a:xfrm>
            <a:custGeom>
              <a:rect b="b" l="l" r="r" t="t"/>
              <a:pathLst>
                <a:path extrusionOk="0" h="1487" w="6215">
                  <a:moveTo>
                    <a:pt x="6215" y="1"/>
                  </a:moveTo>
                  <a:cubicBezTo>
                    <a:pt x="5965" y="154"/>
                    <a:pt x="5673" y="244"/>
                    <a:pt x="5360" y="244"/>
                  </a:cubicBezTo>
                  <a:lnTo>
                    <a:pt x="502" y="244"/>
                  </a:lnTo>
                  <a:cubicBezTo>
                    <a:pt x="316" y="244"/>
                    <a:pt x="144" y="188"/>
                    <a:pt x="0" y="90"/>
                  </a:cubicBezTo>
                  <a:lnTo>
                    <a:pt x="0" y="985"/>
                  </a:lnTo>
                  <a:cubicBezTo>
                    <a:pt x="0" y="1261"/>
                    <a:pt x="225" y="1486"/>
                    <a:pt x="502" y="1486"/>
                  </a:cubicBezTo>
                  <a:lnTo>
                    <a:pt x="4983" y="1486"/>
                  </a:lnTo>
                  <a:cubicBezTo>
                    <a:pt x="5662" y="1486"/>
                    <a:pt x="6215" y="933"/>
                    <a:pt x="6215" y="254"/>
                  </a:cubicBezTo>
                  <a:lnTo>
                    <a:pt x="6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9"/>
            <p:cNvSpPr/>
            <p:nvPr/>
          </p:nvSpPr>
          <p:spPr>
            <a:xfrm>
              <a:off x="6611284" y="3831387"/>
              <a:ext cx="193983" cy="46329"/>
            </a:xfrm>
            <a:custGeom>
              <a:rect b="b" l="l" r="r" t="t"/>
              <a:pathLst>
                <a:path extrusionOk="0" h="1481" w="6201">
                  <a:moveTo>
                    <a:pt x="1" y="1"/>
                  </a:moveTo>
                  <a:lnTo>
                    <a:pt x="1" y="247"/>
                  </a:lnTo>
                  <a:cubicBezTo>
                    <a:pt x="1" y="927"/>
                    <a:pt x="554" y="1480"/>
                    <a:pt x="1233" y="1480"/>
                  </a:cubicBezTo>
                  <a:lnTo>
                    <a:pt x="5699" y="1480"/>
                  </a:lnTo>
                  <a:cubicBezTo>
                    <a:pt x="5975" y="1480"/>
                    <a:pt x="6201" y="1256"/>
                    <a:pt x="6201" y="979"/>
                  </a:cubicBezTo>
                  <a:lnTo>
                    <a:pt x="6201" y="83"/>
                  </a:lnTo>
                  <a:cubicBezTo>
                    <a:pt x="6057" y="181"/>
                    <a:pt x="5885" y="239"/>
                    <a:pt x="5699" y="239"/>
                  </a:cubicBezTo>
                  <a:lnTo>
                    <a:pt x="846" y="239"/>
                  </a:lnTo>
                  <a:cubicBezTo>
                    <a:pt x="537" y="239"/>
                    <a:pt x="247" y="15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89" name="Google Shape;38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784" y="4787400"/>
            <a:ext cx="3081342" cy="356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0" name="Google Shape;390;p39"/>
          <p:cNvGrpSpPr/>
          <p:nvPr/>
        </p:nvGrpSpPr>
        <p:grpSpPr>
          <a:xfrm>
            <a:off x="7455001" y="1546777"/>
            <a:ext cx="516145" cy="498648"/>
            <a:chOff x="3729467" y="2889422"/>
            <a:chExt cx="419153" cy="404977"/>
          </a:xfrm>
        </p:grpSpPr>
        <p:sp>
          <p:nvSpPr>
            <p:cNvPr id="391" name="Google Shape;391;p39"/>
            <p:cNvSpPr/>
            <p:nvPr/>
          </p:nvSpPr>
          <p:spPr>
            <a:xfrm>
              <a:off x="4014137" y="2974913"/>
              <a:ext cx="134482" cy="178707"/>
            </a:xfrm>
            <a:custGeom>
              <a:rect b="b" l="l" r="r" t="t"/>
              <a:pathLst>
                <a:path extrusionOk="0" h="8207" w="6176">
                  <a:moveTo>
                    <a:pt x="4121" y="0"/>
                  </a:moveTo>
                  <a:lnTo>
                    <a:pt x="2973" y="2732"/>
                  </a:lnTo>
                  <a:lnTo>
                    <a:pt x="0" y="3260"/>
                  </a:lnTo>
                  <a:cubicBezTo>
                    <a:pt x="391" y="3891"/>
                    <a:pt x="586" y="4625"/>
                    <a:pt x="586" y="5372"/>
                  </a:cubicBezTo>
                  <a:cubicBezTo>
                    <a:pt x="586" y="5658"/>
                    <a:pt x="563" y="5945"/>
                    <a:pt x="494" y="6232"/>
                  </a:cubicBezTo>
                  <a:lnTo>
                    <a:pt x="2743" y="8206"/>
                  </a:lnTo>
                  <a:lnTo>
                    <a:pt x="5613" y="7392"/>
                  </a:lnTo>
                  <a:cubicBezTo>
                    <a:pt x="6175" y="4832"/>
                    <a:pt x="5636" y="2146"/>
                    <a:pt x="4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highlight>
                  <a:schemeClr val="dk2"/>
                </a:highlight>
              </a:endParaRPr>
            </a:p>
          </p:txBody>
        </p:sp>
        <p:sp>
          <p:nvSpPr>
            <p:cNvPr id="392" name="Google Shape;392;p39"/>
            <p:cNvSpPr/>
            <p:nvPr/>
          </p:nvSpPr>
          <p:spPr>
            <a:xfrm>
              <a:off x="3741225" y="3095375"/>
              <a:ext cx="148963" cy="173460"/>
            </a:xfrm>
            <a:custGeom>
              <a:rect b="b" l="l" r="r" t="t"/>
              <a:pathLst>
                <a:path extrusionOk="0" h="7966" w="6841">
                  <a:moveTo>
                    <a:pt x="2215" y="0"/>
                  </a:moveTo>
                  <a:lnTo>
                    <a:pt x="0" y="1963"/>
                  </a:lnTo>
                  <a:cubicBezTo>
                    <a:pt x="597" y="4511"/>
                    <a:pt x="2250" y="6691"/>
                    <a:pt x="4534" y="7965"/>
                  </a:cubicBezTo>
                  <a:lnTo>
                    <a:pt x="4373" y="5027"/>
                  </a:lnTo>
                  <a:lnTo>
                    <a:pt x="6841" y="3248"/>
                  </a:lnTo>
                  <a:cubicBezTo>
                    <a:pt x="5980" y="2686"/>
                    <a:pt x="5360" y="1814"/>
                    <a:pt x="5108" y="804"/>
                  </a:cubicBezTo>
                  <a:lnTo>
                    <a:pt x="2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highlight>
                  <a:schemeClr val="dk2"/>
                </a:highlight>
              </a:endParaRPr>
            </a:p>
          </p:txBody>
        </p:sp>
        <p:sp>
          <p:nvSpPr>
            <p:cNvPr id="393" name="Google Shape;393;p39"/>
            <p:cNvSpPr/>
            <p:nvPr/>
          </p:nvSpPr>
          <p:spPr>
            <a:xfrm>
              <a:off x="3949660" y="2889684"/>
              <a:ext cx="146219" cy="145980"/>
            </a:xfrm>
            <a:custGeom>
              <a:rect b="b" l="l" r="r" t="t"/>
              <a:pathLst>
                <a:path extrusionOk="0" h="6704" w="6715">
                  <a:moveTo>
                    <a:pt x="12" y="0"/>
                  </a:moveTo>
                  <a:lnTo>
                    <a:pt x="1435" y="2583"/>
                  </a:lnTo>
                  <a:lnTo>
                    <a:pt x="0" y="5257"/>
                  </a:lnTo>
                  <a:cubicBezTo>
                    <a:pt x="1022" y="5383"/>
                    <a:pt x="1963" y="5900"/>
                    <a:pt x="2629" y="6703"/>
                  </a:cubicBezTo>
                  <a:lnTo>
                    <a:pt x="5567" y="6187"/>
                  </a:lnTo>
                  <a:lnTo>
                    <a:pt x="6714" y="3432"/>
                  </a:lnTo>
                  <a:cubicBezTo>
                    <a:pt x="5062" y="1401"/>
                    <a:pt x="2629" y="150"/>
                    <a:pt x="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highlight>
                  <a:schemeClr val="dk2"/>
                </a:highlight>
              </a:endParaRPr>
            </a:p>
          </p:txBody>
        </p:sp>
        <p:sp>
          <p:nvSpPr>
            <p:cNvPr id="394" name="Google Shape;394;p39"/>
            <p:cNvSpPr/>
            <p:nvPr/>
          </p:nvSpPr>
          <p:spPr>
            <a:xfrm>
              <a:off x="3847947" y="3172089"/>
              <a:ext cx="167210" cy="122310"/>
            </a:xfrm>
            <a:custGeom>
              <a:rect b="b" l="l" r="r" t="t"/>
              <a:pathLst>
                <a:path extrusionOk="0" h="5617" w="7679">
                  <a:moveTo>
                    <a:pt x="2433" y="1"/>
                  </a:moveTo>
                  <a:lnTo>
                    <a:pt x="0" y="1757"/>
                  </a:lnTo>
                  <a:lnTo>
                    <a:pt x="149" y="4718"/>
                  </a:lnTo>
                  <a:cubicBezTo>
                    <a:pt x="1415" y="5317"/>
                    <a:pt x="2781" y="5616"/>
                    <a:pt x="4148" y="5616"/>
                  </a:cubicBezTo>
                  <a:cubicBezTo>
                    <a:pt x="5347" y="5616"/>
                    <a:pt x="6546" y="5386"/>
                    <a:pt x="7678" y="4924"/>
                  </a:cubicBezTo>
                  <a:lnTo>
                    <a:pt x="5280" y="3203"/>
                  </a:lnTo>
                  <a:lnTo>
                    <a:pt x="5417" y="173"/>
                  </a:lnTo>
                  <a:lnTo>
                    <a:pt x="5417" y="173"/>
                  </a:lnTo>
                  <a:cubicBezTo>
                    <a:pt x="5016" y="311"/>
                    <a:pt x="4591" y="379"/>
                    <a:pt x="4155" y="379"/>
                  </a:cubicBezTo>
                  <a:cubicBezTo>
                    <a:pt x="3558" y="379"/>
                    <a:pt x="2973" y="253"/>
                    <a:pt x="24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highlight>
                  <a:schemeClr val="dk2"/>
                </a:highlight>
              </a:endParaRPr>
            </a:p>
          </p:txBody>
        </p:sp>
        <p:sp>
          <p:nvSpPr>
            <p:cNvPr id="395" name="Google Shape;395;p39"/>
            <p:cNvSpPr/>
            <p:nvPr/>
          </p:nvSpPr>
          <p:spPr>
            <a:xfrm>
              <a:off x="3974658" y="3122616"/>
              <a:ext cx="158457" cy="151206"/>
            </a:xfrm>
            <a:custGeom>
              <a:rect b="b" l="l" r="r" t="t"/>
              <a:pathLst>
                <a:path extrusionOk="0" h="6944" w="7277">
                  <a:moveTo>
                    <a:pt x="2158" y="0"/>
                  </a:moveTo>
                  <a:cubicBezTo>
                    <a:pt x="1790" y="964"/>
                    <a:pt x="1079" y="1768"/>
                    <a:pt x="149" y="2227"/>
                  </a:cubicBezTo>
                  <a:lnTo>
                    <a:pt x="0" y="5222"/>
                  </a:lnTo>
                  <a:lnTo>
                    <a:pt x="2422" y="6944"/>
                  </a:lnTo>
                  <a:cubicBezTo>
                    <a:pt x="4775" y="5785"/>
                    <a:pt x="6542" y="3696"/>
                    <a:pt x="7277" y="1171"/>
                  </a:cubicBezTo>
                  <a:lnTo>
                    <a:pt x="7277" y="1171"/>
                  </a:lnTo>
                  <a:lnTo>
                    <a:pt x="4430" y="1986"/>
                  </a:lnTo>
                  <a:lnTo>
                    <a:pt x="21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highlight>
                  <a:schemeClr val="dk2"/>
                </a:highlight>
              </a:endParaRPr>
            </a:p>
          </p:txBody>
        </p:sp>
        <p:sp>
          <p:nvSpPr>
            <p:cNvPr id="396" name="Google Shape;396;p39"/>
            <p:cNvSpPr/>
            <p:nvPr/>
          </p:nvSpPr>
          <p:spPr>
            <a:xfrm>
              <a:off x="3729467" y="2966660"/>
              <a:ext cx="138990" cy="158718"/>
            </a:xfrm>
            <a:custGeom>
              <a:rect b="b" l="l" r="r" t="t"/>
              <a:pathLst>
                <a:path extrusionOk="0" h="7289" w="6383">
                  <a:moveTo>
                    <a:pt x="2296" y="0"/>
                  </a:moveTo>
                  <a:cubicBezTo>
                    <a:pt x="678" y="2055"/>
                    <a:pt x="1" y="4706"/>
                    <a:pt x="425" y="7288"/>
                  </a:cubicBezTo>
                  <a:lnTo>
                    <a:pt x="2618" y="5337"/>
                  </a:lnTo>
                  <a:lnTo>
                    <a:pt x="5556" y="6152"/>
                  </a:lnTo>
                  <a:cubicBezTo>
                    <a:pt x="5544" y="6026"/>
                    <a:pt x="5533" y="5888"/>
                    <a:pt x="5533" y="5751"/>
                  </a:cubicBezTo>
                  <a:cubicBezTo>
                    <a:pt x="5533" y="4855"/>
                    <a:pt x="5831" y="3983"/>
                    <a:pt x="6382" y="3271"/>
                  </a:cubicBezTo>
                  <a:lnTo>
                    <a:pt x="5211" y="505"/>
                  </a:lnTo>
                  <a:lnTo>
                    <a:pt x="22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highlight>
                  <a:schemeClr val="dk2"/>
                </a:highlight>
              </a:endParaRPr>
            </a:p>
          </p:txBody>
        </p:sp>
        <p:sp>
          <p:nvSpPr>
            <p:cNvPr id="397" name="Google Shape;397;p39"/>
            <p:cNvSpPr/>
            <p:nvPr/>
          </p:nvSpPr>
          <p:spPr>
            <a:xfrm>
              <a:off x="3787716" y="2889422"/>
              <a:ext cx="180449" cy="139229"/>
            </a:xfrm>
            <a:custGeom>
              <a:rect b="b" l="l" r="r" t="t"/>
              <a:pathLst>
                <a:path extrusionOk="0" h="6394" w="8287">
                  <a:moveTo>
                    <a:pt x="6863" y="1"/>
                  </a:moveTo>
                  <a:cubicBezTo>
                    <a:pt x="4235" y="12"/>
                    <a:pt x="1756" y="1137"/>
                    <a:pt x="0" y="3088"/>
                  </a:cubicBezTo>
                  <a:lnTo>
                    <a:pt x="2904" y="3593"/>
                  </a:lnTo>
                  <a:lnTo>
                    <a:pt x="4086" y="6394"/>
                  </a:lnTo>
                  <a:cubicBezTo>
                    <a:pt x="4820" y="5671"/>
                    <a:pt x="5819" y="5258"/>
                    <a:pt x="6852" y="5235"/>
                  </a:cubicBezTo>
                  <a:lnTo>
                    <a:pt x="8287" y="2606"/>
                  </a:lnTo>
                  <a:lnTo>
                    <a:pt x="68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highlight>
                  <a:schemeClr val="dk2"/>
                </a:highlight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Our Web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403" name="Google Shape;40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784" y="4787400"/>
            <a:ext cx="3081342" cy="35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0" title="screen-capture (1)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207440"/>
            <a:ext cx="9144001" cy="3936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41"/>
          <p:cNvGrpSpPr/>
          <p:nvPr/>
        </p:nvGrpSpPr>
        <p:grpSpPr>
          <a:xfrm>
            <a:off x="239569" y="1600864"/>
            <a:ext cx="551475" cy="527721"/>
            <a:chOff x="1317586" y="1856572"/>
            <a:chExt cx="749797" cy="717499"/>
          </a:xfrm>
        </p:grpSpPr>
        <p:sp>
          <p:nvSpPr>
            <p:cNvPr id="410" name="Google Shape;410;p41"/>
            <p:cNvSpPr/>
            <p:nvPr/>
          </p:nvSpPr>
          <p:spPr>
            <a:xfrm>
              <a:off x="1317586" y="1891887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67225" lIns="67225" spcFirstLastPara="1" rIns="67225" wrap="square" tIns="67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1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67225" lIns="67225" spcFirstLastPara="1" rIns="67225" wrap="square" tIns="67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2" name="Google Shape;412;p41"/>
          <p:cNvSpPr txBox="1"/>
          <p:nvPr>
            <p:ph idx="8" type="title"/>
          </p:nvPr>
        </p:nvSpPr>
        <p:spPr>
          <a:xfrm>
            <a:off x="720000" y="38225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Financial Overview &amp; Ask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13" name="Google Shape;413;p41"/>
          <p:cNvSpPr txBox="1"/>
          <p:nvPr>
            <p:ph type="title"/>
          </p:nvPr>
        </p:nvSpPr>
        <p:spPr>
          <a:xfrm>
            <a:off x="-240875" y="971987"/>
            <a:ext cx="28881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</a:rPr>
              <a:t>Cost Breakdown</a:t>
            </a:r>
            <a:endParaRPr>
              <a:solidFill>
                <a:srgbClr val="F1C232"/>
              </a:solidFill>
            </a:endParaRPr>
          </a:p>
        </p:txBody>
      </p:sp>
      <p:pic>
        <p:nvPicPr>
          <p:cNvPr id="414" name="Google Shape;41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784" y="4787400"/>
            <a:ext cx="3081342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1"/>
          <p:cNvSpPr/>
          <p:nvPr/>
        </p:nvSpPr>
        <p:spPr>
          <a:xfrm>
            <a:off x="2647229" y="1025012"/>
            <a:ext cx="367261" cy="366364"/>
          </a:xfrm>
          <a:custGeom>
            <a:rect b="b" l="l" r="r" t="t"/>
            <a:pathLst>
              <a:path extrusionOk="0" h="12666" w="12697">
                <a:moveTo>
                  <a:pt x="6301" y="1356"/>
                </a:moveTo>
                <a:cubicBezTo>
                  <a:pt x="6522" y="1356"/>
                  <a:pt x="6711" y="1576"/>
                  <a:pt x="6711" y="1797"/>
                </a:cubicBezTo>
                <a:lnTo>
                  <a:pt x="6711" y="2269"/>
                </a:lnTo>
                <a:cubicBezTo>
                  <a:pt x="7656" y="2458"/>
                  <a:pt x="8349" y="3309"/>
                  <a:pt x="8349" y="4285"/>
                </a:cubicBezTo>
                <a:cubicBezTo>
                  <a:pt x="8349" y="4538"/>
                  <a:pt x="8160" y="4727"/>
                  <a:pt x="7971" y="4727"/>
                </a:cubicBezTo>
                <a:cubicBezTo>
                  <a:pt x="7719" y="4727"/>
                  <a:pt x="7530" y="4538"/>
                  <a:pt x="7530" y="4285"/>
                </a:cubicBezTo>
                <a:cubicBezTo>
                  <a:pt x="7530" y="3624"/>
                  <a:pt x="6994" y="3057"/>
                  <a:pt x="6301" y="3057"/>
                </a:cubicBezTo>
                <a:cubicBezTo>
                  <a:pt x="5640" y="3057"/>
                  <a:pt x="5073" y="3624"/>
                  <a:pt x="5073" y="4285"/>
                </a:cubicBezTo>
                <a:cubicBezTo>
                  <a:pt x="5073" y="4947"/>
                  <a:pt x="5829" y="5483"/>
                  <a:pt x="6585" y="6018"/>
                </a:cubicBezTo>
                <a:cubicBezTo>
                  <a:pt x="7435" y="6648"/>
                  <a:pt x="8412" y="7310"/>
                  <a:pt x="8412" y="8413"/>
                </a:cubicBezTo>
                <a:cubicBezTo>
                  <a:pt x="8412" y="9421"/>
                  <a:pt x="7687" y="10271"/>
                  <a:pt x="6742" y="10429"/>
                </a:cubicBezTo>
                <a:lnTo>
                  <a:pt x="6742" y="10901"/>
                </a:lnTo>
                <a:cubicBezTo>
                  <a:pt x="6742" y="11154"/>
                  <a:pt x="6553" y="11311"/>
                  <a:pt x="6364" y="11311"/>
                </a:cubicBezTo>
                <a:cubicBezTo>
                  <a:pt x="6144" y="11311"/>
                  <a:pt x="5955" y="11091"/>
                  <a:pt x="5955" y="10901"/>
                </a:cubicBezTo>
                <a:lnTo>
                  <a:pt x="5955" y="10429"/>
                </a:lnTo>
                <a:cubicBezTo>
                  <a:pt x="5010" y="10240"/>
                  <a:pt x="4316" y="9421"/>
                  <a:pt x="4316" y="8413"/>
                </a:cubicBezTo>
                <a:cubicBezTo>
                  <a:pt x="4316" y="8192"/>
                  <a:pt x="4505" y="8035"/>
                  <a:pt x="4694" y="8035"/>
                </a:cubicBezTo>
                <a:cubicBezTo>
                  <a:pt x="4884" y="8035"/>
                  <a:pt x="5136" y="8224"/>
                  <a:pt x="5136" y="8413"/>
                </a:cubicBezTo>
                <a:cubicBezTo>
                  <a:pt x="5136" y="9106"/>
                  <a:pt x="5671" y="9641"/>
                  <a:pt x="6364" y="9641"/>
                </a:cubicBezTo>
                <a:cubicBezTo>
                  <a:pt x="7026" y="9641"/>
                  <a:pt x="7561" y="9106"/>
                  <a:pt x="7561" y="8413"/>
                </a:cubicBezTo>
                <a:cubicBezTo>
                  <a:pt x="7561" y="7751"/>
                  <a:pt x="6868" y="7247"/>
                  <a:pt x="6081" y="6680"/>
                </a:cubicBezTo>
                <a:cubicBezTo>
                  <a:pt x="5199" y="6050"/>
                  <a:pt x="4253" y="5388"/>
                  <a:pt x="4253" y="4285"/>
                </a:cubicBezTo>
                <a:cubicBezTo>
                  <a:pt x="4253" y="3309"/>
                  <a:pt x="4978" y="2427"/>
                  <a:pt x="5923" y="2269"/>
                </a:cubicBezTo>
                <a:lnTo>
                  <a:pt x="5923" y="1797"/>
                </a:lnTo>
                <a:cubicBezTo>
                  <a:pt x="5923" y="1576"/>
                  <a:pt x="6112" y="1356"/>
                  <a:pt x="6301" y="1356"/>
                </a:cubicBezTo>
                <a:close/>
                <a:moveTo>
                  <a:pt x="6333" y="1"/>
                </a:moveTo>
                <a:cubicBezTo>
                  <a:pt x="2836" y="1"/>
                  <a:pt x="0" y="2836"/>
                  <a:pt x="0" y="6333"/>
                </a:cubicBezTo>
                <a:cubicBezTo>
                  <a:pt x="0" y="9830"/>
                  <a:pt x="2836" y="12666"/>
                  <a:pt x="6333" y="12666"/>
                </a:cubicBezTo>
                <a:cubicBezTo>
                  <a:pt x="9861" y="12666"/>
                  <a:pt x="12697" y="9830"/>
                  <a:pt x="12697" y="6333"/>
                </a:cubicBezTo>
                <a:cubicBezTo>
                  <a:pt x="12697" y="2836"/>
                  <a:pt x="9861" y="1"/>
                  <a:pt x="633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highlight>
                <a:schemeClr val="dk2"/>
              </a:highlight>
            </a:endParaRPr>
          </a:p>
        </p:txBody>
      </p:sp>
      <p:sp>
        <p:nvSpPr>
          <p:cNvPr id="416" name="Google Shape;416;p41"/>
          <p:cNvSpPr txBox="1"/>
          <p:nvPr/>
        </p:nvSpPr>
        <p:spPr>
          <a:xfrm rot="5400000">
            <a:off x="-1534575" y="3096875"/>
            <a:ext cx="36144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_______________________________</a:t>
            </a:r>
            <a:endParaRPr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grpSp>
        <p:nvGrpSpPr>
          <p:cNvPr id="417" name="Google Shape;417;p41"/>
          <p:cNvGrpSpPr/>
          <p:nvPr/>
        </p:nvGrpSpPr>
        <p:grpSpPr>
          <a:xfrm>
            <a:off x="398988" y="1718650"/>
            <a:ext cx="232647" cy="292142"/>
            <a:chOff x="7384431" y="1337514"/>
            <a:chExt cx="332971" cy="418122"/>
          </a:xfrm>
        </p:grpSpPr>
        <p:sp>
          <p:nvSpPr>
            <p:cNvPr id="418" name="Google Shape;418;p41"/>
            <p:cNvSpPr/>
            <p:nvPr/>
          </p:nvSpPr>
          <p:spPr>
            <a:xfrm>
              <a:off x="7508216" y="1579328"/>
              <a:ext cx="28686" cy="44171"/>
            </a:xfrm>
            <a:custGeom>
              <a:rect b="b" l="l" r="r" t="t"/>
              <a:pathLst>
                <a:path extrusionOk="0" h="1412" w="917">
                  <a:moveTo>
                    <a:pt x="917" y="1"/>
                  </a:moveTo>
                  <a:lnTo>
                    <a:pt x="1" y="449"/>
                  </a:lnTo>
                  <a:lnTo>
                    <a:pt x="1" y="1411"/>
                  </a:lnTo>
                  <a:lnTo>
                    <a:pt x="917" y="1005"/>
                  </a:lnTo>
                  <a:lnTo>
                    <a:pt x="917" y="1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63875" lIns="63875" spcFirstLastPara="1" rIns="63875" wrap="square" tIns="63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41"/>
            <p:cNvSpPr/>
            <p:nvPr/>
          </p:nvSpPr>
          <p:spPr>
            <a:xfrm>
              <a:off x="7526172" y="1463833"/>
              <a:ext cx="47362" cy="21960"/>
            </a:xfrm>
            <a:custGeom>
              <a:rect b="b" l="l" r="r" t="t"/>
              <a:pathLst>
                <a:path extrusionOk="0" h="702" w="1514">
                  <a:moveTo>
                    <a:pt x="755" y="1"/>
                  </a:moveTo>
                  <a:lnTo>
                    <a:pt x="1" y="329"/>
                  </a:lnTo>
                  <a:lnTo>
                    <a:pt x="760" y="702"/>
                  </a:lnTo>
                  <a:lnTo>
                    <a:pt x="1514" y="345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63875" lIns="63875" spcFirstLastPara="1" rIns="63875" wrap="square" tIns="63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41"/>
            <p:cNvSpPr/>
            <p:nvPr/>
          </p:nvSpPr>
          <p:spPr>
            <a:xfrm>
              <a:off x="7508278" y="1494334"/>
              <a:ext cx="28623" cy="44108"/>
            </a:xfrm>
            <a:custGeom>
              <a:rect b="b" l="l" r="r" t="t"/>
              <a:pathLst>
                <a:path extrusionOk="0" h="1410" w="915">
                  <a:moveTo>
                    <a:pt x="1" y="0"/>
                  </a:moveTo>
                  <a:lnTo>
                    <a:pt x="1" y="1004"/>
                  </a:lnTo>
                  <a:lnTo>
                    <a:pt x="915" y="1410"/>
                  </a:lnTo>
                  <a:lnTo>
                    <a:pt x="915" y="4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63875" lIns="63875" spcFirstLastPara="1" rIns="63875" wrap="square" tIns="63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41"/>
            <p:cNvSpPr/>
            <p:nvPr/>
          </p:nvSpPr>
          <p:spPr>
            <a:xfrm>
              <a:off x="7384431" y="1337514"/>
              <a:ext cx="332971" cy="418122"/>
            </a:xfrm>
            <a:custGeom>
              <a:rect b="b" l="l" r="r" t="t"/>
              <a:pathLst>
                <a:path extrusionOk="0" h="13366" w="10644">
                  <a:moveTo>
                    <a:pt x="5993" y="1226"/>
                  </a:moveTo>
                  <a:cubicBezTo>
                    <a:pt x="6222" y="1226"/>
                    <a:pt x="6408" y="1412"/>
                    <a:pt x="6408" y="1642"/>
                  </a:cubicBezTo>
                  <a:cubicBezTo>
                    <a:pt x="6408" y="1870"/>
                    <a:pt x="6222" y="2057"/>
                    <a:pt x="5993" y="2057"/>
                  </a:cubicBezTo>
                  <a:lnTo>
                    <a:pt x="4596" y="2057"/>
                  </a:lnTo>
                  <a:cubicBezTo>
                    <a:pt x="4366" y="2057"/>
                    <a:pt x="4180" y="1870"/>
                    <a:pt x="4180" y="1642"/>
                  </a:cubicBezTo>
                  <a:cubicBezTo>
                    <a:pt x="4180" y="1413"/>
                    <a:pt x="4366" y="1226"/>
                    <a:pt x="4596" y="1226"/>
                  </a:cubicBezTo>
                  <a:close/>
                  <a:moveTo>
                    <a:pt x="5286" y="3170"/>
                  </a:moveTo>
                  <a:cubicBezTo>
                    <a:pt x="5345" y="3170"/>
                    <a:pt x="5404" y="3182"/>
                    <a:pt x="5458" y="3207"/>
                  </a:cubicBezTo>
                  <a:lnTo>
                    <a:pt x="7207" y="3998"/>
                  </a:lnTo>
                  <a:cubicBezTo>
                    <a:pt x="7336" y="4058"/>
                    <a:pt x="7453" y="4197"/>
                    <a:pt x="7452" y="4378"/>
                  </a:cubicBezTo>
                  <a:lnTo>
                    <a:pt x="7452" y="6023"/>
                  </a:lnTo>
                  <a:lnTo>
                    <a:pt x="8957" y="6716"/>
                  </a:lnTo>
                  <a:cubicBezTo>
                    <a:pt x="9085" y="6777"/>
                    <a:pt x="9201" y="6915"/>
                    <a:pt x="9199" y="7095"/>
                  </a:cubicBezTo>
                  <a:lnTo>
                    <a:pt x="9199" y="9004"/>
                  </a:lnTo>
                  <a:lnTo>
                    <a:pt x="9201" y="9004"/>
                  </a:lnTo>
                  <a:cubicBezTo>
                    <a:pt x="9201" y="9168"/>
                    <a:pt x="9104" y="9317"/>
                    <a:pt x="8953" y="9383"/>
                  </a:cubicBezTo>
                  <a:lnTo>
                    <a:pt x="7204" y="10161"/>
                  </a:lnTo>
                  <a:cubicBezTo>
                    <a:pt x="7160" y="10176"/>
                    <a:pt x="7105" y="10198"/>
                    <a:pt x="7034" y="10198"/>
                  </a:cubicBezTo>
                  <a:cubicBezTo>
                    <a:pt x="6986" y="10198"/>
                    <a:pt x="6930" y="10188"/>
                    <a:pt x="6866" y="10161"/>
                  </a:cubicBezTo>
                  <a:lnTo>
                    <a:pt x="5289" y="9459"/>
                  </a:lnTo>
                  <a:lnTo>
                    <a:pt x="3709" y="10161"/>
                  </a:lnTo>
                  <a:cubicBezTo>
                    <a:pt x="3666" y="10176"/>
                    <a:pt x="3610" y="10198"/>
                    <a:pt x="3538" y="10198"/>
                  </a:cubicBezTo>
                  <a:cubicBezTo>
                    <a:pt x="3490" y="10198"/>
                    <a:pt x="3435" y="10188"/>
                    <a:pt x="3371" y="10161"/>
                  </a:cubicBezTo>
                  <a:lnTo>
                    <a:pt x="1624" y="9383"/>
                  </a:lnTo>
                  <a:cubicBezTo>
                    <a:pt x="1474" y="9317"/>
                    <a:pt x="1377" y="9168"/>
                    <a:pt x="1377" y="9004"/>
                  </a:cubicBezTo>
                  <a:lnTo>
                    <a:pt x="1377" y="7064"/>
                  </a:lnTo>
                  <a:cubicBezTo>
                    <a:pt x="1378" y="6921"/>
                    <a:pt x="1458" y="6755"/>
                    <a:pt x="1624" y="6683"/>
                  </a:cubicBezTo>
                  <a:lnTo>
                    <a:pt x="3125" y="6017"/>
                  </a:lnTo>
                  <a:lnTo>
                    <a:pt x="3125" y="4347"/>
                  </a:lnTo>
                  <a:cubicBezTo>
                    <a:pt x="3125" y="4203"/>
                    <a:pt x="3207" y="4037"/>
                    <a:pt x="3375" y="3966"/>
                  </a:cubicBezTo>
                  <a:lnTo>
                    <a:pt x="5121" y="3205"/>
                  </a:lnTo>
                  <a:cubicBezTo>
                    <a:pt x="5173" y="3181"/>
                    <a:pt x="5230" y="3170"/>
                    <a:pt x="5286" y="3170"/>
                  </a:cubicBezTo>
                  <a:close/>
                  <a:moveTo>
                    <a:pt x="5294" y="11285"/>
                  </a:moveTo>
                  <a:cubicBezTo>
                    <a:pt x="5525" y="11285"/>
                    <a:pt x="5714" y="11473"/>
                    <a:pt x="5714" y="11705"/>
                  </a:cubicBezTo>
                  <a:cubicBezTo>
                    <a:pt x="5714" y="11937"/>
                    <a:pt x="5526" y="12124"/>
                    <a:pt x="5294" y="12124"/>
                  </a:cubicBezTo>
                  <a:cubicBezTo>
                    <a:pt x="5063" y="12124"/>
                    <a:pt x="4875" y="11937"/>
                    <a:pt x="4875" y="11705"/>
                  </a:cubicBezTo>
                  <a:cubicBezTo>
                    <a:pt x="4875" y="11474"/>
                    <a:pt x="5062" y="11285"/>
                    <a:pt x="5294" y="11285"/>
                  </a:cubicBezTo>
                  <a:close/>
                  <a:moveTo>
                    <a:pt x="839" y="0"/>
                  </a:moveTo>
                  <a:cubicBezTo>
                    <a:pt x="375" y="0"/>
                    <a:pt x="0" y="376"/>
                    <a:pt x="0" y="841"/>
                  </a:cubicBezTo>
                  <a:lnTo>
                    <a:pt x="0" y="12525"/>
                  </a:lnTo>
                  <a:cubicBezTo>
                    <a:pt x="0" y="12989"/>
                    <a:pt x="375" y="13366"/>
                    <a:pt x="839" y="13366"/>
                  </a:cubicBezTo>
                  <a:lnTo>
                    <a:pt x="9803" y="13366"/>
                  </a:lnTo>
                  <a:cubicBezTo>
                    <a:pt x="10268" y="13366"/>
                    <a:pt x="10644" y="12989"/>
                    <a:pt x="10644" y="12525"/>
                  </a:cubicBezTo>
                  <a:lnTo>
                    <a:pt x="10644" y="841"/>
                  </a:lnTo>
                  <a:cubicBezTo>
                    <a:pt x="10644" y="376"/>
                    <a:pt x="10268" y="0"/>
                    <a:pt x="9803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63875" lIns="63875" spcFirstLastPara="1" rIns="63875" wrap="square" tIns="63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1"/>
            <p:cNvSpPr/>
            <p:nvPr/>
          </p:nvSpPr>
          <p:spPr>
            <a:xfrm>
              <a:off x="7471271" y="1548390"/>
              <a:ext cx="47831" cy="22336"/>
            </a:xfrm>
            <a:custGeom>
              <a:rect b="b" l="l" r="r" t="t"/>
              <a:pathLst>
                <a:path extrusionOk="0" h="714" w="1529">
                  <a:moveTo>
                    <a:pt x="766" y="1"/>
                  </a:moveTo>
                  <a:lnTo>
                    <a:pt x="1" y="342"/>
                  </a:lnTo>
                  <a:lnTo>
                    <a:pt x="764" y="714"/>
                  </a:lnTo>
                  <a:lnTo>
                    <a:pt x="1528" y="339"/>
                  </a:lnTo>
                  <a:lnTo>
                    <a:pt x="766" y="1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63875" lIns="63875" spcFirstLastPara="1" rIns="63875" wrap="square" tIns="63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1"/>
            <p:cNvSpPr/>
            <p:nvPr/>
          </p:nvSpPr>
          <p:spPr>
            <a:xfrm>
              <a:off x="7453565" y="1579328"/>
              <a:ext cx="28623" cy="44140"/>
            </a:xfrm>
            <a:custGeom>
              <a:rect b="b" l="l" r="r" t="t"/>
              <a:pathLst>
                <a:path extrusionOk="0" h="1411" w="915">
                  <a:moveTo>
                    <a:pt x="1" y="1"/>
                  </a:moveTo>
                  <a:lnTo>
                    <a:pt x="1" y="1004"/>
                  </a:lnTo>
                  <a:lnTo>
                    <a:pt x="915" y="1410"/>
                  </a:lnTo>
                  <a:lnTo>
                    <a:pt x="915" y="44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63875" lIns="63875" spcFirstLastPara="1" rIns="63875" wrap="square" tIns="63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41"/>
            <p:cNvSpPr/>
            <p:nvPr/>
          </p:nvSpPr>
          <p:spPr>
            <a:xfrm>
              <a:off x="7617548" y="1579923"/>
              <a:ext cx="28686" cy="43577"/>
            </a:xfrm>
            <a:custGeom>
              <a:rect b="b" l="l" r="r" t="t"/>
              <a:pathLst>
                <a:path extrusionOk="0" h="1393" w="917">
                  <a:moveTo>
                    <a:pt x="916" y="0"/>
                  </a:moveTo>
                  <a:lnTo>
                    <a:pt x="0" y="433"/>
                  </a:lnTo>
                  <a:lnTo>
                    <a:pt x="0" y="1392"/>
                  </a:lnTo>
                  <a:lnTo>
                    <a:pt x="916" y="985"/>
                  </a:lnTo>
                  <a:lnTo>
                    <a:pt x="916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63875" lIns="63875" spcFirstLastPara="1" rIns="63875" wrap="square" tIns="63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1"/>
            <p:cNvSpPr/>
            <p:nvPr/>
          </p:nvSpPr>
          <p:spPr>
            <a:xfrm>
              <a:off x="7580635" y="1548484"/>
              <a:ext cx="47894" cy="22336"/>
            </a:xfrm>
            <a:custGeom>
              <a:rect b="b" l="l" r="r" t="t"/>
              <a:pathLst>
                <a:path extrusionOk="0" h="714" w="1531">
                  <a:moveTo>
                    <a:pt x="763" y="0"/>
                  </a:moveTo>
                  <a:lnTo>
                    <a:pt x="1" y="339"/>
                  </a:lnTo>
                  <a:lnTo>
                    <a:pt x="767" y="714"/>
                  </a:lnTo>
                  <a:lnTo>
                    <a:pt x="1530" y="354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63875" lIns="63875" spcFirstLastPara="1" rIns="63875" wrap="square" tIns="63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1"/>
            <p:cNvSpPr/>
            <p:nvPr/>
          </p:nvSpPr>
          <p:spPr>
            <a:xfrm>
              <a:off x="7562897" y="1494897"/>
              <a:ext cx="28717" cy="43545"/>
            </a:xfrm>
            <a:custGeom>
              <a:rect b="b" l="l" r="r" t="t"/>
              <a:pathLst>
                <a:path extrusionOk="0" h="1392" w="918">
                  <a:moveTo>
                    <a:pt x="918" y="1"/>
                  </a:moveTo>
                  <a:lnTo>
                    <a:pt x="0" y="434"/>
                  </a:lnTo>
                  <a:lnTo>
                    <a:pt x="0" y="1392"/>
                  </a:lnTo>
                  <a:lnTo>
                    <a:pt x="353" y="1236"/>
                  </a:lnTo>
                  <a:lnTo>
                    <a:pt x="918" y="986"/>
                  </a:lnTo>
                  <a:lnTo>
                    <a:pt x="918" y="1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63875" lIns="63875" spcFirstLastPara="1" rIns="63875" wrap="square" tIns="63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7" name="Google Shape;427;p41"/>
          <p:cNvGrpSpPr/>
          <p:nvPr/>
        </p:nvGrpSpPr>
        <p:grpSpPr>
          <a:xfrm>
            <a:off x="239569" y="2264539"/>
            <a:ext cx="551475" cy="527721"/>
            <a:chOff x="1317586" y="1856572"/>
            <a:chExt cx="749797" cy="717499"/>
          </a:xfrm>
        </p:grpSpPr>
        <p:sp>
          <p:nvSpPr>
            <p:cNvPr id="428" name="Google Shape;428;p41"/>
            <p:cNvSpPr/>
            <p:nvPr/>
          </p:nvSpPr>
          <p:spPr>
            <a:xfrm>
              <a:off x="1317586" y="1891887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67225" lIns="67225" spcFirstLastPara="1" rIns="67225" wrap="square" tIns="67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1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67225" lIns="67225" spcFirstLastPara="1" rIns="67225" wrap="square" tIns="67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0" name="Google Shape;430;p41"/>
          <p:cNvGrpSpPr/>
          <p:nvPr/>
        </p:nvGrpSpPr>
        <p:grpSpPr>
          <a:xfrm>
            <a:off x="239569" y="2940676"/>
            <a:ext cx="551475" cy="527721"/>
            <a:chOff x="1317586" y="1856572"/>
            <a:chExt cx="749797" cy="717499"/>
          </a:xfrm>
        </p:grpSpPr>
        <p:sp>
          <p:nvSpPr>
            <p:cNvPr id="431" name="Google Shape;431;p41"/>
            <p:cNvSpPr/>
            <p:nvPr/>
          </p:nvSpPr>
          <p:spPr>
            <a:xfrm>
              <a:off x="1317586" y="1891887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67225" lIns="67225" spcFirstLastPara="1" rIns="67225" wrap="square" tIns="67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1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67225" lIns="67225" spcFirstLastPara="1" rIns="67225" wrap="square" tIns="67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3" name="Google Shape;433;p41"/>
          <p:cNvGrpSpPr/>
          <p:nvPr/>
        </p:nvGrpSpPr>
        <p:grpSpPr>
          <a:xfrm>
            <a:off x="239569" y="3567289"/>
            <a:ext cx="551475" cy="527721"/>
            <a:chOff x="1317586" y="1856572"/>
            <a:chExt cx="749797" cy="717499"/>
          </a:xfrm>
        </p:grpSpPr>
        <p:sp>
          <p:nvSpPr>
            <p:cNvPr id="434" name="Google Shape;434;p41"/>
            <p:cNvSpPr/>
            <p:nvPr/>
          </p:nvSpPr>
          <p:spPr>
            <a:xfrm>
              <a:off x="1317586" y="1891887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67225" lIns="67225" spcFirstLastPara="1" rIns="67225" wrap="square" tIns="67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1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67225" lIns="67225" spcFirstLastPara="1" rIns="67225" wrap="square" tIns="67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6" name="Google Shape;436;p41"/>
          <p:cNvGrpSpPr/>
          <p:nvPr/>
        </p:nvGrpSpPr>
        <p:grpSpPr>
          <a:xfrm>
            <a:off x="354814" y="2317168"/>
            <a:ext cx="321013" cy="317127"/>
            <a:chOff x="2020170" y="4190259"/>
            <a:chExt cx="423221" cy="418153"/>
          </a:xfrm>
        </p:grpSpPr>
        <p:sp>
          <p:nvSpPr>
            <p:cNvPr id="437" name="Google Shape;437;p41"/>
            <p:cNvSpPr/>
            <p:nvPr/>
          </p:nvSpPr>
          <p:spPr>
            <a:xfrm>
              <a:off x="2020170" y="4317454"/>
              <a:ext cx="92221" cy="122440"/>
            </a:xfrm>
            <a:custGeom>
              <a:rect b="b" l="l" r="r" t="t"/>
              <a:pathLst>
                <a:path extrusionOk="0" h="3914" w="2948">
                  <a:moveTo>
                    <a:pt x="1544" y="1"/>
                  </a:moveTo>
                  <a:cubicBezTo>
                    <a:pt x="1477" y="1"/>
                    <a:pt x="1410" y="18"/>
                    <a:pt x="1348" y="53"/>
                  </a:cubicBezTo>
                  <a:cubicBezTo>
                    <a:pt x="1334" y="60"/>
                    <a:pt x="1003" y="254"/>
                    <a:pt x="685" y="560"/>
                  </a:cubicBezTo>
                  <a:cubicBezTo>
                    <a:pt x="216" y="1009"/>
                    <a:pt x="0" y="1493"/>
                    <a:pt x="57" y="1957"/>
                  </a:cubicBezTo>
                  <a:cubicBezTo>
                    <a:pt x="157" y="2755"/>
                    <a:pt x="1004" y="3367"/>
                    <a:pt x="2650" y="3834"/>
                  </a:cubicBezTo>
                  <a:cubicBezTo>
                    <a:pt x="2742" y="3861"/>
                    <a:pt x="2841" y="3886"/>
                    <a:pt x="2947" y="3913"/>
                  </a:cubicBezTo>
                  <a:lnTo>
                    <a:pt x="2947" y="3105"/>
                  </a:lnTo>
                  <a:cubicBezTo>
                    <a:pt x="2916" y="3096"/>
                    <a:pt x="2888" y="3088"/>
                    <a:pt x="2861" y="3080"/>
                  </a:cubicBezTo>
                  <a:cubicBezTo>
                    <a:pt x="2277" y="2915"/>
                    <a:pt x="911" y="2465"/>
                    <a:pt x="834" y="1860"/>
                  </a:cubicBezTo>
                  <a:cubicBezTo>
                    <a:pt x="780" y="1438"/>
                    <a:pt x="1421" y="917"/>
                    <a:pt x="1739" y="731"/>
                  </a:cubicBezTo>
                  <a:cubicBezTo>
                    <a:pt x="1926" y="623"/>
                    <a:pt x="1990" y="383"/>
                    <a:pt x="1882" y="197"/>
                  </a:cubicBezTo>
                  <a:cubicBezTo>
                    <a:pt x="1810" y="71"/>
                    <a:pt x="1679" y="1"/>
                    <a:pt x="1544" y="1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69325" lIns="69325" spcFirstLastPara="1" rIns="69325" wrap="square" tIns="6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41"/>
            <p:cNvSpPr/>
            <p:nvPr/>
          </p:nvSpPr>
          <p:spPr>
            <a:xfrm>
              <a:off x="2349200" y="4317485"/>
              <a:ext cx="94192" cy="119875"/>
            </a:xfrm>
            <a:custGeom>
              <a:rect b="b" l="l" r="r" t="t"/>
              <a:pathLst>
                <a:path extrusionOk="0" h="3832" w="3011">
                  <a:moveTo>
                    <a:pt x="1594" y="0"/>
                  </a:moveTo>
                  <a:cubicBezTo>
                    <a:pt x="1462" y="0"/>
                    <a:pt x="1334" y="67"/>
                    <a:pt x="1260" y="187"/>
                  </a:cubicBezTo>
                  <a:cubicBezTo>
                    <a:pt x="1147" y="372"/>
                    <a:pt x="1205" y="613"/>
                    <a:pt x="1389" y="726"/>
                  </a:cubicBezTo>
                  <a:cubicBezTo>
                    <a:pt x="1391" y="728"/>
                    <a:pt x="1597" y="856"/>
                    <a:pt x="1788" y="1058"/>
                  </a:cubicBezTo>
                  <a:cubicBezTo>
                    <a:pt x="1940" y="1220"/>
                    <a:pt x="2114" y="1463"/>
                    <a:pt x="2077" y="1704"/>
                  </a:cubicBezTo>
                  <a:cubicBezTo>
                    <a:pt x="2041" y="1930"/>
                    <a:pt x="1756" y="2468"/>
                    <a:pt x="0" y="3012"/>
                  </a:cubicBezTo>
                  <a:lnTo>
                    <a:pt x="0" y="3831"/>
                  </a:lnTo>
                  <a:cubicBezTo>
                    <a:pt x="1786" y="3311"/>
                    <a:pt x="2722" y="2652"/>
                    <a:pt x="2851" y="1826"/>
                  </a:cubicBezTo>
                  <a:cubicBezTo>
                    <a:pt x="3010" y="811"/>
                    <a:pt x="1847" y="88"/>
                    <a:pt x="1799" y="58"/>
                  </a:cubicBezTo>
                  <a:cubicBezTo>
                    <a:pt x="1735" y="19"/>
                    <a:pt x="1664" y="0"/>
                    <a:pt x="159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69325" lIns="69325" spcFirstLastPara="1" rIns="69325" wrap="square" tIns="6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41"/>
            <p:cNvSpPr/>
            <p:nvPr/>
          </p:nvSpPr>
          <p:spPr>
            <a:xfrm>
              <a:off x="2112328" y="4190259"/>
              <a:ext cx="236902" cy="418153"/>
            </a:xfrm>
            <a:custGeom>
              <a:rect b="b" l="l" r="r" t="t"/>
              <a:pathLst>
                <a:path extrusionOk="0" h="13367" w="7573">
                  <a:moveTo>
                    <a:pt x="4475" y="1226"/>
                  </a:moveTo>
                  <a:cubicBezTo>
                    <a:pt x="4704" y="1226"/>
                    <a:pt x="4890" y="1412"/>
                    <a:pt x="4890" y="1642"/>
                  </a:cubicBezTo>
                  <a:cubicBezTo>
                    <a:pt x="4891" y="1871"/>
                    <a:pt x="4704" y="2057"/>
                    <a:pt x="4475" y="2057"/>
                  </a:cubicBezTo>
                  <a:lnTo>
                    <a:pt x="3077" y="2057"/>
                  </a:lnTo>
                  <a:cubicBezTo>
                    <a:pt x="2848" y="2057"/>
                    <a:pt x="2662" y="1871"/>
                    <a:pt x="2662" y="1642"/>
                  </a:cubicBezTo>
                  <a:cubicBezTo>
                    <a:pt x="2662" y="1412"/>
                    <a:pt x="2848" y="1226"/>
                    <a:pt x="3077" y="1226"/>
                  </a:cubicBezTo>
                  <a:close/>
                  <a:moveTo>
                    <a:pt x="3776" y="11284"/>
                  </a:moveTo>
                  <a:cubicBezTo>
                    <a:pt x="4007" y="11284"/>
                    <a:pt x="4195" y="11471"/>
                    <a:pt x="4195" y="11704"/>
                  </a:cubicBezTo>
                  <a:cubicBezTo>
                    <a:pt x="4195" y="11935"/>
                    <a:pt x="4008" y="12122"/>
                    <a:pt x="3776" y="12122"/>
                  </a:cubicBezTo>
                  <a:cubicBezTo>
                    <a:pt x="3545" y="12122"/>
                    <a:pt x="3356" y="11936"/>
                    <a:pt x="3356" y="11704"/>
                  </a:cubicBezTo>
                  <a:cubicBezTo>
                    <a:pt x="3356" y="11473"/>
                    <a:pt x="3544" y="11284"/>
                    <a:pt x="3776" y="11284"/>
                  </a:cubicBezTo>
                  <a:close/>
                  <a:moveTo>
                    <a:pt x="790" y="0"/>
                  </a:moveTo>
                  <a:cubicBezTo>
                    <a:pt x="354" y="0"/>
                    <a:pt x="0" y="354"/>
                    <a:pt x="0" y="790"/>
                  </a:cubicBezTo>
                  <a:lnTo>
                    <a:pt x="0" y="7171"/>
                  </a:lnTo>
                  <a:cubicBezTo>
                    <a:pt x="657" y="7348"/>
                    <a:pt x="1655" y="7532"/>
                    <a:pt x="2541" y="7618"/>
                  </a:cubicBezTo>
                  <a:lnTo>
                    <a:pt x="2356" y="7407"/>
                  </a:lnTo>
                  <a:cubicBezTo>
                    <a:pt x="2214" y="7244"/>
                    <a:pt x="2232" y="6996"/>
                    <a:pt x="2395" y="6854"/>
                  </a:cubicBezTo>
                  <a:cubicBezTo>
                    <a:pt x="2469" y="6789"/>
                    <a:pt x="2560" y="6758"/>
                    <a:pt x="2651" y="6758"/>
                  </a:cubicBezTo>
                  <a:cubicBezTo>
                    <a:pt x="2761" y="6758"/>
                    <a:pt x="2870" y="6803"/>
                    <a:pt x="2947" y="6892"/>
                  </a:cubicBezTo>
                  <a:lnTo>
                    <a:pt x="3739" y="7803"/>
                  </a:lnTo>
                  <a:cubicBezTo>
                    <a:pt x="3865" y="7946"/>
                    <a:pt x="3872" y="8200"/>
                    <a:pt x="3713" y="8344"/>
                  </a:cubicBezTo>
                  <a:lnTo>
                    <a:pt x="2835" y="9178"/>
                  </a:lnTo>
                  <a:cubicBezTo>
                    <a:pt x="2761" y="9250"/>
                    <a:pt x="2663" y="9286"/>
                    <a:pt x="2566" y="9286"/>
                  </a:cubicBezTo>
                  <a:cubicBezTo>
                    <a:pt x="2462" y="9286"/>
                    <a:pt x="2359" y="9245"/>
                    <a:pt x="2282" y="9165"/>
                  </a:cubicBezTo>
                  <a:cubicBezTo>
                    <a:pt x="2134" y="9008"/>
                    <a:pt x="2139" y="8759"/>
                    <a:pt x="2296" y="8610"/>
                  </a:cubicBezTo>
                  <a:lnTo>
                    <a:pt x="2514" y="8404"/>
                  </a:lnTo>
                  <a:cubicBezTo>
                    <a:pt x="1655" y="8325"/>
                    <a:pt x="702" y="8157"/>
                    <a:pt x="0" y="7982"/>
                  </a:cubicBezTo>
                  <a:lnTo>
                    <a:pt x="0" y="12577"/>
                  </a:lnTo>
                  <a:cubicBezTo>
                    <a:pt x="0" y="13013"/>
                    <a:pt x="354" y="13367"/>
                    <a:pt x="790" y="13367"/>
                  </a:cubicBezTo>
                  <a:lnTo>
                    <a:pt x="6783" y="13367"/>
                  </a:lnTo>
                  <a:cubicBezTo>
                    <a:pt x="7219" y="13367"/>
                    <a:pt x="7572" y="13013"/>
                    <a:pt x="7572" y="12577"/>
                  </a:cubicBezTo>
                  <a:lnTo>
                    <a:pt x="7572" y="7901"/>
                  </a:lnTo>
                  <a:cubicBezTo>
                    <a:pt x="7350" y="7967"/>
                    <a:pt x="7112" y="8029"/>
                    <a:pt x="6863" y="8090"/>
                  </a:cubicBezTo>
                  <a:cubicBezTo>
                    <a:pt x="6832" y="8097"/>
                    <a:pt x="6800" y="8101"/>
                    <a:pt x="6770" y="8101"/>
                  </a:cubicBezTo>
                  <a:cubicBezTo>
                    <a:pt x="6593" y="8101"/>
                    <a:pt x="6433" y="7981"/>
                    <a:pt x="6389" y="7802"/>
                  </a:cubicBezTo>
                  <a:cubicBezTo>
                    <a:pt x="6337" y="7588"/>
                    <a:pt x="6468" y="7377"/>
                    <a:pt x="6678" y="7326"/>
                  </a:cubicBezTo>
                  <a:cubicBezTo>
                    <a:pt x="7012" y="7245"/>
                    <a:pt x="7310" y="7163"/>
                    <a:pt x="7572" y="7080"/>
                  </a:cubicBezTo>
                  <a:lnTo>
                    <a:pt x="7572" y="790"/>
                  </a:lnTo>
                  <a:cubicBezTo>
                    <a:pt x="7572" y="354"/>
                    <a:pt x="7219" y="0"/>
                    <a:pt x="6783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69325" lIns="69325" spcFirstLastPara="1" rIns="69325" wrap="square" tIns="6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0" name="Google Shape;440;p41"/>
          <p:cNvSpPr/>
          <p:nvPr/>
        </p:nvSpPr>
        <p:spPr>
          <a:xfrm>
            <a:off x="330779" y="3019988"/>
            <a:ext cx="369083" cy="369112"/>
          </a:xfrm>
          <a:custGeom>
            <a:rect b="b" l="l" r="r" t="t"/>
            <a:pathLst>
              <a:path extrusionOk="0" h="12761" w="1276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1" name="Google Shape;441;p41"/>
          <p:cNvGrpSpPr/>
          <p:nvPr/>
        </p:nvGrpSpPr>
        <p:grpSpPr>
          <a:xfrm>
            <a:off x="331214" y="3649049"/>
            <a:ext cx="368186" cy="364224"/>
            <a:chOff x="-64406125" y="3362225"/>
            <a:chExt cx="318225" cy="314800"/>
          </a:xfrm>
        </p:grpSpPr>
        <p:sp>
          <p:nvSpPr>
            <p:cNvPr id="442" name="Google Shape;442;p41"/>
            <p:cNvSpPr/>
            <p:nvPr/>
          </p:nvSpPr>
          <p:spPr>
            <a:xfrm>
              <a:off x="-64332100" y="3362225"/>
              <a:ext cx="170150" cy="199025"/>
            </a:xfrm>
            <a:custGeom>
              <a:rect b="b" l="l" r="r" t="t"/>
              <a:pathLst>
                <a:path extrusionOk="0" h="7961" w="6806">
                  <a:moveTo>
                    <a:pt x="4506" y="3266"/>
                  </a:moveTo>
                  <a:cubicBezTo>
                    <a:pt x="4569" y="3266"/>
                    <a:pt x="4601" y="3298"/>
                    <a:pt x="4632" y="3298"/>
                  </a:cubicBezTo>
                  <a:lnTo>
                    <a:pt x="5577" y="4621"/>
                  </a:lnTo>
                  <a:cubicBezTo>
                    <a:pt x="5420" y="5881"/>
                    <a:pt x="4664" y="7110"/>
                    <a:pt x="3403" y="7110"/>
                  </a:cubicBezTo>
                  <a:cubicBezTo>
                    <a:pt x="2206" y="7110"/>
                    <a:pt x="1419" y="5944"/>
                    <a:pt x="1261" y="4621"/>
                  </a:cubicBezTo>
                  <a:lnTo>
                    <a:pt x="2206" y="3298"/>
                  </a:lnTo>
                  <a:cubicBezTo>
                    <a:pt x="2238" y="3266"/>
                    <a:pt x="2269" y="3266"/>
                    <a:pt x="2301" y="3266"/>
                  </a:cubicBezTo>
                  <a:close/>
                  <a:moveTo>
                    <a:pt x="4055" y="1"/>
                  </a:moveTo>
                  <a:cubicBezTo>
                    <a:pt x="3400" y="1"/>
                    <a:pt x="2703" y="167"/>
                    <a:pt x="2049" y="494"/>
                  </a:cubicBezTo>
                  <a:cubicBezTo>
                    <a:pt x="1957" y="483"/>
                    <a:pt x="1867" y="478"/>
                    <a:pt x="1779" y="478"/>
                  </a:cubicBezTo>
                  <a:cubicBezTo>
                    <a:pt x="1354" y="478"/>
                    <a:pt x="976" y="600"/>
                    <a:pt x="662" y="809"/>
                  </a:cubicBezTo>
                  <a:cubicBezTo>
                    <a:pt x="347" y="1061"/>
                    <a:pt x="1" y="1534"/>
                    <a:pt x="1" y="2384"/>
                  </a:cubicBezTo>
                  <a:cubicBezTo>
                    <a:pt x="1" y="2857"/>
                    <a:pt x="95" y="3613"/>
                    <a:pt x="347" y="4621"/>
                  </a:cubicBezTo>
                  <a:cubicBezTo>
                    <a:pt x="473" y="4810"/>
                    <a:pt x="536" y="6070"/>
                    <a:pt x="1482" y="7078"/>
                  </a:cubicBezTo>
                  <a:cubicBezTo>
                    <a:pt x="2049" y="7646"/>
                    <a:pt x="2710" y="7961"/>
                    <a:pt x="3403" y="7961"/>
                  </a:cubicBezTo>
                  <a:cubicBezTo>
                    <a:pt x="5136" y="7961"/>
                    <a:pt x="6207" y="6417"/>
                    <a:pt x="6396" y="4621"/>
                  </a:cubicBezTo>
                  <a:cubicBezTo>
                    <a:pt x="6554" y="4085"/>
                    <a:pt x="6774" y="3046"/>
                    <a:pt x="6806" y="2447"/>
                  </a:cubicBezTo>
                  <a:cubicBezTo>
                    <a:pt x="6806" y="1565"/>
                    <a:pt x="6459" y="872"/>
                    <a:pt x="5703" y="431"/>
                  </a:cubicBezTo>
                  <a:cubicBezTo>
                    <a:pt x="5234" y="143"/>
                    <a:pt x="4662" y="1"/>
                    <a:pt x="4055" y="1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1"/>
            <p:cNvSpPr/>
            <p:nvPr/>
          </p:nvSpPr>
          <p:spPr>
            <a:xfrm>
              <a:off x="-64406125" y="3559050"/>
              <a:ext cx="318225" cy="117975"/>
            </a:xfrm>
            <a:custGeom>
              <a:rect b="b" l="l" r="r" t="t"/>
              <a:pathLst>
                <a:path extrusionOk="0" h="4719" w="12729">
                  <a:moveTo>
                    <a:pt x="4474" y="1001"/>
                  </a:moveTo>
                  <a:lnTo>
                    <a:pt x="5797" y="2293"/>
                  </a:lnTo>
                  <a:lnTo>
                    <a:pt x="5199" y="2891"/>
                  </a:lnTo>
                  <a:lnTo>
                    <a:pt x="4002" y="1159"/>
                  </a:lnTo>
                  <a:cubicBezTo>
                    <a:pt x="4159" y="1096"/>
                    <a:pt x="4380" y="1064"/>
                    <a:pt x="4474" y="1001"/>
                  </a:cubicBezTo>
                  <a:close/>
                  <a:moveTo>
                    <a:pt x="8318" y="1001"/>
                  </a:moveTo>
                  <a:cubicBezTo>
                    <a:pt x="8475" y="1064"/>
                    <a:pt x="8633" y="1159"/>
                    <a:pt x="8790" y="1190"/>
                  </a:cubicBezTo>
                  <a:lnTo>
                    <a:pt x="7593" y="2891"/>
                  </a:lnTo>
                  <a:lnTo>
                    <a:pt x="6995" y="2293"/>
                  </a:lnTo>
                  <a:lnTo>
                    <a:pt x="8318" y="1001"/>
                  </a:lnTo>
                  <a:close/>
                  <a:moveTo>
                    <a:pt x="10681" y="3112"/>
                  </a:moveTo>
                  <a:cubicBezTo>
                    <a:pt x="10901" y="3112"/>
                    <a:pt x="11059" y="3301"/>
                    <a:pt x="11059" y="3553"/>
                  </a:cubicBezTo>
                  <a:cubicBezTo>
                    <a:pt x="11059" y="3742"/>
                    <a:pt x="10870" y="3931"/>
                    <a:pt x="10681" y="3931"/>
                  </a:cubicBezTo>
                  <a:lnTo>
                    <a:pt x="9578" y="3931"/>
                  </a:lnTo>
                  <a:cubicBezTo>
                    <a:pt x="9326" y="3931"/>
                    <a:pt x="9137" y="3742"/>
                    <a:pt x="9137" y="3553"/>
                  </a:cubicBezTo>
                  <a:cubicBezTo>
                    <a:pt x="9137" y="3301"/>
                    <a:pt x="9326" y="3112"/>
                    <a:pt x="9578" y="3112"/>
                  </a:cubicBezTo>
                  <a:close/>
                  <a:moveTo>
                    <a:pt x="4458" y="1"/>
                  </a:moveTo>
                  <a:cubicBezTo>
                    <a:pt x="4348" y="1"/>
                    <a:pt x="4238" y="40"/>
                    <a:pt x="4159" y="119"/>
                  </a:cubicBezTo>
                  <a:cubicBezTo>
                    <a:pt x="4065" y="245"/>
                    <a:pt x="3939" y="308"/>
                    <a:pt x="3781" y="308"/>
                  </a:cubicBezTo>
                  <a:lnTo>
                    <a:pt x="2395" y="308"/>
                  </a:lnTo>
                  <a:cubicBezTo>
                    <a:pt x="914" y="308"/>
                    <a:pt x="0" y="1442"/>
                    <a:pt x="0" y="2639"/>
                  </a:cubicBezTo>
                  <a:lnTo>
                    <a:pt x="0" y="4341"/>
                  </a:lnTo>
                  <a:cubicBezTo>
                    <a:pt x="0" y="4561"/>
                    <a:pt x="189" y="4719"/>
                    <a:pt x="441" y="4719"/>
                  </a:cubicBezTo>
                  <a:lnTo>
                    <a:pt x="12287" y="4719"/>
                  </a:lnTo>
                  <a:cubicBezTo>
                    <a:pt x="12508" y="4719"/>
                    <a:pt x="12665" y="4530"/>
                    <a:pt x="12665" y="4341"/>
                  </a:cubicBezTo>
                  <a:lnTo>
                    <a:pt x="12665" y="2639"/>
                  </a:lnTo>
                  <a:cubicBezTo>
                    <a:pt x="12728" y="1474"/>
                    <a:pt x="11783" y="371"/>
                    <a:pt x="10303" y="371"/>
                  </a:cubicBezTo>
                  <a:lnTo>
                    <a:pt x="8948" y="371"/>
                  </a:lnTo>
                  <a:cubicBezTo>
                    <a:pt x="8727" y="371"/>
                    <a:pt x="8664" y="277"/>
                    <a:pt x="8538" y="151"/>
                  </a:cubicBezTo>
                  <a:cubicBezTo>
                    <a:pt x="8456" y="52"/>
                    <a:pt x="8339" y="5"/>
                    <a:pt x="8219" y="5"/>
                  </a:cubicBezTo>
                  <a:cubicBezTo>
                    <a:pt x="8110" y="5"/>
                    <a:pt x="7998" y="44"/>
                    <a:pt x="7908" y="119"/>
                  </a:cubicBezTo>
                  <a:lnTo>
                    <a:pt x="6333" y="1694"/>
                  </a:lnTo>
                  <a:lnTo>
                    <a:pt x="4758" y="119"/>
                  </a:lnTo>
                  <a:cubicBezTo>
                    <a:pt x="4679" y="40"/>
                    <a:pt x="4569" y="1"/>
                    <a:pt x="4458" y="1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" name="Google Shape;444;p41"/>
          <p:cNvSpPr txBox="1"/>
          <p:nvPr/>
        </p:nvSpPr>
        <p:spPr>
          <a:xfrm>
            <a:off x="812125" y="1748100"/>
            <a:ext cx="30078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Website hosting and domain</a:t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45" name="Google Shape;445;p41"/>
          <p:cNvSpPr txBox="1"/>
          <p:nvPr/>
        </p:nvSpPr>
        <p:spPr>
          <a:xfrm>
            <a:off x="812125" y="2397038"/>
            <a:ext cx="2045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Marketing and ads                                             </a:t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46" name="Google Shape;446;p41"/>
          <p:cNvSpPr txBox="1"/>
          <p:nvPr/>
        </p:nvSpPr>
        <p:spPr>
          <a:xfrm>
            <a:off x="803100" y="3065813"/>
            <a:ext cx="372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Development and Technical support       </a:t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47" name="Google Shape;447;p41"/>
          <p:cNvSpPr txBox="1"/>
          <p:nvPr/>
        </p:nvSpPr>
        <p:spPr>
          <a:xfrm>
            <a:off x="812113" y="3669500"/>
            <a:ext cx="1128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Salaries                                                                    </a:t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4328700" y="3721863"/>
            <a:ext cx="11280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  120,000</a:t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4404900" y="3090600"/>
            <a:ext cx="11280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150,000</a:t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sp>
        <p:nvSpPr>
          <p:cNvPr id="450" name="Google Shape;450;p41"/>
          <p:cNvSpPr txBox="1"/>
          <p:nvPr/>
        </p:nvSpPr>
        <p:spPr>
          <a:xfrm>
            <a:off x="4327950" y="2446938"/>
            <a:ext cx="11280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  20,000</a:t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sp>
        <p:nvSpPr>
          <p:cNvPr id="451" name="Google Shape;451;p41"/>
          <p:cNvSpPr txBox="1"/>
          <p:nvPr/>
        </p:nvSpPr>
        <p:spPr>
          <a:xfrm>
            <a:off x="4456500" y="1828050"/>
            <a:ext cx="8724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10,000</a:t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sp>
        <p:nvSpPr>
          <p:cNvPr id="452" name="Google Shape;452;p41"/>
          <p:cNvSpPr txBox="1"/>
          <p:nvPr/>
        </p:nvSpPr>
        <p:spPr>
          <a:xfrm>
            <a:off x="112113" y="3968513"/>
            <a:ext cx="5805300" cy="1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______________________________________________________________</a:t>
            </a:r>
            <a:endParaRPr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sp>
        <p:nvSpPr>
          <p:cNvPr id="453" name="Google Shape;453;p41"/>
          <p:cNvSpPr txBox="1"/>
          <p:nvPr/>
        </p:nvSpPr>
        <p:spPr>
          <a:xfrm>
            <a:off x="139325" y="4378625"/>
            <a:ext cx="8724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Total</a:t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4" name="Google Shape;454;p41"/>
          <p:cNvSpPr txBox="1"/>
          <p:nvPr/>
        </p:nvSpPr>
        <p:spPr>
          <a:xfrm>
            <a:off x="4456500" y="4378625"/>
            <a:ext cx="10233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300</a:t>
            </a:r>
            <a:r>
              <a:rPr b="1"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,000</a:t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455" name="Google Shape;455;p41"/>
          <p:cNvGraphicFramePr/>
          <p:nvPr/>
        </p:nvGraphicFramePr>
        <p:xfrm>
          <a:off x="5872863" y="516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{E084E8F3-5EBF-490B-8E8B-A170204ACA8F}</a:tableStyleId>
              </a:tblPr>
              <a:tblGrid>
                <a:gridCol w="1002600"/>
                <a:gridCol w="1002600"/>
                <a:gridCol w="1002600"/>
              </a:tblGrid>
              <a:tr h="5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Students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Revenue 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Net profit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50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500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500,000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200,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000 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0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1000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1,000,000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700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,000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0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2000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2,000,000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1,700,000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456" name="Google Shape;456;p41"/>
          <p:cNvSpPr txBox="1"/>
          <p:nvPr/>
        </p:nvSpPr>
        <p:spPr>
          <a:xfrm>
            <a:off x="6090975" y="3567300"/>
            <a:ext cx="25716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sp>
        <p:nvSpPr>
          <p:cNvPr id="457" name="Google Shape;457;p41"/>
          <p:cNvSpPr/>
          <p:nvPr/>
        </p:nvSpPr>
        <p:spPr>
          <a:xfrm>
            <a:off x="5617125" y="2853988"/>
            <a:ext cx="3519300" cy="1930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The Ask</a:t>
            </a:r>
            <a:endParaRPr b="1" sz="150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We need </a:t>
            </a:r>
            <a:r>
              <a:rPr b="1" lang="en" sz="1300">
                <a:solidFill>
                  <a:schemeClr val="dk1"/>
                </a:solidFill>
              </a:rPr>
              <a:t>EGP 300,000</a:t>
            </a:r>
            <a:r>
              <a:rPr lang="en" sz="1300">
                <a:solidFill>
                  <a:schemeClr val="dk1"/>
                </a:solidFill>
              </a:rPr>
              <a:t> in funding to cover the </a:t>
            </a:r>
            <a:r>
              <a:rPr lang="en" sz="1300">
                <a:solidFill>
                  <a:schemeClr val="dk1"/>
                </a:solidFill>
              </a:rPr>
              <a:t>first-year</a:t>
            </a:r>
            <a:r>
              <a:rPr lang="en" sz="1300">
                <a:solidFill>
                  <a:schemeClr val="dk1"/>
                </a:solidFill>
              </a:rPr>
              <a:t> expenses, including hosting, marketing, content creation, and team salaries. With an average course price of </a:t>
            </a:r>
            <a:r>
              <a:rPr b="1" lang="en" sz="1300">
                <a:solidFill>
                  <a:schemeClr val="dk1"/>
                </a:solidFill>
              </a:rPr>
              <a:t>EGP 1,000</a:t>
            </a:r>
            <a:r>
              <a:rPr lang="en" sz="1300">
                <a:solidFill>
                  <a:schemeClr val="dk1"/>
                </a:solidFill>
              </a:rPr>
              <a:t> and a target of </a:t>
            </a:r>
            <a:r>
              <a:rPr b="1" lang="en" sz="1300">
                <a:solidFill>
                  <a:schemeClr val="dk1"/>
                </a:solidFill>
              </a:rPr>
              <a:t>1,000 students</a:t>
            </a:r>
            <a:r>
              <a:rPr lang="en" sz="1300">
                <a:solidFill>
                  <a:schemeClr val="dk1"/>
                </a:solidFill>
              </a:rPr>
              <a:t> in the first year, we project </a:t>
            </a:r>
            <a:r>
              <a:rPr b="1" lang="en" sz="1300">
                <a:solidFill>
                  <a:schemeClr val="dk1"/>
                </a:solidFill>
              </a:rPr>
              <a:t>EGP 1M</a:t>
            </a:r>
            <a:r>
              <a:rPr lang="en" sz="1300">
                <a:solidFill>
                  <a:schemeClr val="dk1"/>
                </a:solidFill>
              </a:rPr>
              <a:t> in revenue and </a:t>
            </a:r>
            <a:r>
              <a:rPr b="1" lang="en" sz="1300">
                <a:solidFill>
                  <a:schemeClr val="dk1"/>
                </a:solidFill>
              </a:rPr>
              <a:t>EGP 700K</a:t>
            </a:r>
            <a:r>
              <a:rPr lang="en" sz="1300">
                <a:solidFill>
                  <a:schemeClr val="dk1"/>
                </a:solidFill>
              </a:rPr>
              <a:t> net profit.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458" name="Google Shape;458;p41"/>
          <p:cNvSpPr/>
          <p:nvPr/>
        </p:nvSpPr>
        <p:spPr>
          <a:xfrm>
            <a:off x="5617125" y="344225"/>
            <a:ext cx="3729764" cy="2380893"/>
          </a:xfrm>
          <a:custGeom>
            <a:rect b="b" l="l" r="r" t="t"/>
            <a:pathLst>
              <a:path extrusionOk="0" h="105291" w="158629">
                <a:moveTo>
                  <a:pt x="17850" y="12879"/>
                </a:moveTo>
                <a:cubicBezTo>
                  <a:pt x="-3406" y="26715"/>
                  <a:pt x="-6715" y="77649"/>
                  <a:pt x="14240" y="91686"/>
                </a:cubicBezTo>
                <a:cubicBezTo>
                  <a:pt x="35195" y="105723"/>
                  <a:pt x="122324" y="110936"/>
                  <a:pt x="143580" y="97100"/>
                </a:cubicBezTo>
                <a:cubicBezTo>
                  <a:pt x="164836" y="83264"/>
                  <a:pt x="162730" y="22705"/>
                  <a:pt x="141775" y="8668"/>
                </a:cubicBezTo>
                <a:cubicBezTo>
                  <a:pt x="120820" y="-5369"/>
                  <a:pt x="39106" y="-957"/>
                  <a:pt x="17850" y="12879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41"/>
          <p:cNvSpPr/>
          <p:nvPr/>
        </p:nvSpPr>
        <p:spPr>
          <a:xfrm>
            <a:off x="5617124" y="2791138"/>
            <a:ext cx="3304217" cy="1930231"/>
          </a:xfrm>
          <a:custGeom>
            <a:rect b="b" l="l" r="r" t="t"/>
            <a:pathLst>
              <a:path extrusionOk="0" h="72273" w="120438">
                <a:moveTo>
                  <a:pt x="14028" y="3979"/>
                </a:moveTo>
                <a:cubicBezTo>
                  <a:pt x="29970" y="-4543"/>
                  <a:pt x="90027" y="1974"/>
                  <a:pt x="106069" y="12401"/>
                </a:cubicBezTo>
                <a:cubicBezTo>
                  <a:pt x="122111" y="22828"/>
                  <a:pt x="126222" y="58021"/>
                  <a:pt x="110280" y="66543"/>
                </a:cubicBezTo>
                <a:cubicBezTo>
                  <a:pt x="94338" y="75066"/>
                  <a:pt x="26460" y="73963"/>
                  <a:pt x="10418" y="63536"/>
                </a:cubicBezTo>
                <a:cubicBezTo>
                  <a:pt x="-5624" y="53109"/>
                  <a:pt x="-1914" y="12502"/>
                  <a:pt x="14028" y="3979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2"/>
          <p:cNvSpPr txBox="1"/>
          <p:nvPr>
            <p:ph idx="1" type="body"/>
          </p:nvPr>
        </p:nvSpPr>
        <p:spPr>
          <a:xfrm>
            <a:off x="588675" y="974950"/>
            <a:ext cx="3852000" cy="3467400"/>
          </a:xfrm>
          <a:prstGeom prst="rect">
            <a:avLst/>
          </a:prstGeom>
        </p:spPr>
        <p:txBody>
          <a:bodyPr anchorCtr="0" anchor="t" bIns="18287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Unemployed % </a:t>
            </a:r>
            <a:endParaRPr b="1" sz="200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-330200" lvl="0" marL="45720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Al Masdar</a:t>
            </a:r>
            <a:endParaRPr sz="1600"/>
          </a:p>
          <a:p>
            <a:pPr indent="-317500" lvl="0" marL="45720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Fedcoc</a:t>
            </a:r>
            <a:endParaRPr sz="1600"/>
          </a:p>
          <a:p>
            <a:pPr indent="-317500" lvl="0" marL="45720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 u="sng">
                <a:solidFill>
                  <a:schemeClr val="hlink"/>
                </a:solidFill>
                <a:hlinkClick r:id="rId5"/>
              </a:rPr>
              <a:t>Al youm 7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2"/>
          <p:cNvSpPr txBox="1"/>
          <p:nvPr>
            <p:ph type="title"/>
          </p:nvPr>
        </p:nvSpPr>
        <p:spPr>
          <a:xfrm>
            <a:off x="720000" y="400775"/>
            <a:ext cx="7704000" cy="47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Resources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66" name="Google Shape;466;p42"/>
          <p:cNvSpPr txBox="1"/>
          <p:nvPr>
            <p:ph idx="2" type="body"/>
          </p:nvPr>
        </p:nvSpPr>
        <p:spPr>
          <a:xfrm>
            <a:off x="4572000" y="1546462"/>
            <a:ext cx="3852000" cy="28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Vectors</a:t>
            </a:r>
            <a:endParaRPr b="1" sz="200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-304800" lvl="0" marL="45720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uFill>
                  <a:noFill/>
                </a:uFill>
                <a:hlinkClick r:id="rId6"/>
              </a:rPr>
              <a:t>Hand drawn metaverse landing page</a:t>
            </a:r>
            <a:endParaRPr sz="1200"/>
          </a:p>
          <a:p>
            <a:pPr indent="-304800" lvl="0" marL="45720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uFill>
                  <a:noFill/>
                </a:uFill>
                <a:hlinkClick r:id="rId7"/>
              </a:rPr>
              <a:t>Hand drawn metaverse webinar template</a:t>
            </a:r>
            <a:endParaRPr sz="1200"/>
          </a:p>
          <a:p>
            <a:pPr indent="-304800" lvl="0" marL="45720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uFill>
                  <a:noFill/>
                </a:uFill>
                <a:hlinkClick r:id="rId8"/>
              </a:rPr>
              <a:t>Hand drawn metaverse sale banner template</a:t>
            </a:r>
            <a:endParaRPr sz="1200"/>
          </a:p>
          <a:p>
            <a:pPr indent="-304800" lvl="0" marL="45720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uFill>
                  <a:noFill/>
                </a:uFill>
                <a:hlinkClick r:id="rId9"/>
              </a:rPr>
              <a:t>Hand drawn geometric metaverse facebook post</a:t>
            </a:r>
            <a:endParaRPr sz="1200"/>
          </a:p>
          <a:p>
            <a:pPr indent="-304800" lvl="0" marL="45720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uFill>
                  <a:noFill/>
                </a:uFill>
                <a:hlinkClick r:id="rId10"/>
              </a:rPr>
              <a:t>Hand drawn geometric metaverse twitch background </a:t>
            </a:r>
            <a:endParaRPr sz="1200"/>
          </a:p>
          <a:p>
            <a:pPr indent="-304800" lvl="0" marL="45720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uFill>
                  <a:noFill/>
                </a:uFill>
                <a:hlinkClick r:id="rId11"/>
              </a:rPr>
              <a:t>Hand drawn geometric metaverse facebook cover</a:t>
            </a:r>
            <a:endParaRPr sz="1200"/>
          </a:p>
          <a:p>
            <a:pPr indent="-304800" lvl="0" marL="45720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uFill>
                  <a:noFill/>
                </a:uFill>
                <a:hlinkClick r:id="rId12"/>
              </a:rPr>
              <a:t>Gradient metaverse background </a:t>
            </a:r>
            <a:endParaRPr sz="1200"/>
          </a:p>
        </p:txBody>
      </p:sp>
      <p:sp>
        <p:nvSpPr>
          <p:cNvPr id="467" name="Google Shape;467;p42"/>
          <p:cNvSpPr/>
          <p:nvPr/>
        </p:nvSpPr>
        <p:spPr>
          <a:xfrm>
            <a:off x="227724" y="495250"/>
            <a:ext cx="3208996" cy="3070144"/>
          </a:xfrm>
          <a:custGeom>
            <a:rect b="b" l="l" r="r" t="t"/>
            <a:pathLst>
              <a:path extrusionOk="0" h="48063" w="81364">
                <a:moveTo>
                  <a:pt x="5033" y="5871"/>
                </a:moveTo>
                <a:cubicBezTo>
                  <a:pt x="15059" y="-746"/>
                  <a:pt x="61582" y="-2049"/>
                  <a:pt x="73012" y="4067"/>
                </a:cubicBezTo>
                <a:cubicBezTo>
                  <a:pt x="84442" y="10183"/>
                  <a:pt x="83639" y="35951"/>
                  <a:pt x="73613" y="42568"/>
                </a:cubicBezTo>
                <a:cubicBezTo>
                  <a:pt x="63587" y="49185"/>
                  <a:pt x="24284" y="49887"/>
                  <a:pt x="12854" y="43771"/>
                </a:cubicBezTo>
                <a:cubicBezTo>
                  <a:pt x="1424" y="37655"/>
                  <a:pt x="-4993" y="12488"/>
                  <a:pt x="5033" y="5871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42"/>
          <p:cNvSpPr/>
          <p:nvPr/>
        </p:nvSpPr>
        <p:spPr>
          <a:xfrm>
            <a:off x="4893500" y="1210925"/>
            <a:ext cx="2866861" cy="2895916"/>
          </a:xfrm>
          <a:custGeom>
            <a:rect b="b" l="l" r="r" t="t"/>
            <a:pathLst>
              <a:path extrusionOk="0" h="48063" w="81364">
                <a:moveTo>
                  <a:pt x="5033" y="5871"/>
                </a:moveTo>
                <a:cubicBezTo>
                  <a:pt x="15059" y="-746"/>
                  <a:pt x="61582" y="-2049"/>
                  <a:pt x="73012" y="4067"/>
                </a:cubicBezTo>
                <a:cubicBezTo>
                  <a:pt x="84442" y="10183"/>
                  <a:pt x="83639" y="35951"/>
                  <a:pt x="73613" y="42568"/>
                </a:cubicBezTo>
                <a:cubicBezTo>
                  <a:pt x="63587" y="49185"/>
                  <a:pt x="24284" y="49887"/>
                  <a:pt x="12854" y="43771"/>
                </a:cubicBezTo>
                <a:cubicBezTo>
                  <a:pt x="1424" y="37655"/>
                  <a:pt x="-4993" y="12488"/>
                  <a:pt x="5033" y="5871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469" name="Google Shape;469;p4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138784" y="4787400"/>
            <a:ext cx="3081342" cy="3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3"/>
          <p:cNvSpPr txBox="1"/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Fonts &amp; colors used</a:t>
            </a:r>
            <a:endParaRPr/>
          </a:p>
        </p:txBody>
      </p:sp>
      <p:grpSp>
        <p:nvGrpSpPr>
          <p:cNvPr id="475" name="Google Shape;475;p43"/>
          <p:cNvGrpSpPr/>
          <p:nvPr/>
        </p:nvGrpSpPr>
        <p:grpSpPr>
          <a:xfrm>
            <a:off x="2052650" y="2988225"/>
            <a:ext cx="5043675" cy="1685300"/>
            <a:chOff x="2052650" y="2988225"/>
            <a:chExt cx="5043675" cy="1685300"/>
          </a:xfrm>
        </p:grpSpPr>
        <p:sp>
          <p:nvSpPr>
            <p:cNvPr id="476" name="Google Shape;476;p43"/>
            <p:cNvSpPr/>
            <p:nvPr/>
          </p:nvSpPr>
          <p:spPr>
            <a:xfrm>
              <a:off x="2052650" y="2988225"/>
              <a:ext cx="791400" cy="754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43"/>
            <p:cNvSpPr/>
            <p:nvPr/>
          </p:nvSpPr>
          <p:spPr>
            <a:xfrm>
              <a:off x="3114470" y="2988225"/>
              <a:ext cx="791400" cy="754200"/>
            </a:xfrm>
            <a:prstGeom prst="roundRect">
              <a:avLst>
                <a:gd fmla="val 16667" name="adj"/>
              </a:avLst>
            </a:prstGeom>
            <a:solidFill>
              <a:srgbClr val="EDDE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43"/>
            <p:cNvSpPr/>
            <p:nvPr/>
          </p:nvSpPr>
          <p:spPr>
            <a:xfrm>
              <a:off x="4176289" y="2988225"/>
              <a:ext cx="791400" cy="754200"/>
            </a:xfrm>
            <a:prstGeom prst="roundRect">
              <a:avLst>
                <a:gd fmla="val 16667" name="adj"/>
              </a:avLst>
            </a:prstGeom>
            <a:solidFill>
              <a:srgbClr val="92F7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3"/>
            <p:cNvSpPr txBox="1"/>
            <p:nvPr/>
          </p:nvSpPr>
          <p:spPr>
            <a:xfrm>
              <a:off x="2052650" y="3145275"/>
              <a:ext cx="7914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#ffffff</a:t>
              </a:r>
              <a:endParaRPr sz="1000">
                <a:solidFill>
                  <a:schemeClr val="dk1"/>
                </a:solidFill>
              </a:endParaRPr>
            </a:p>
          </p:txBody>
        </p:sp>
        <p:sp>
          <p:nvSpPr>
            <p:cNvPr id="480" name="Google Shape;480;p43"/>
            <p:cNvSpPr txBox="1"/>
            <p:nvPr/>
          </p:nvSpPr>
          <p:spPr>
            <a:xfrm>
              <a:off x="3114475" y="3145275"/>
              <a:ext cx="7914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#eddeff</a:t>
              </a:r>
              <a:endParaRPr sz="1000">
                <a:solidFill>
                  <a:schemeClr val="dk1"/>
                </a:solidFill>
              </a:endParaRPr>
            </a:p>
          </p:txBody>
        </p:sp>
        <p:sp>
          <p:nvSpPr>
            <p:cNvPr id="481" name="Google Shape;481;p43"/>
            <p:cNvSpPr txBox="1"/>
            <p:nvPr/>
          </p:nvSpPr>
          <p:spPr>
            <a:xfrm>
              <a:off x="4176300" y="3145275"/>
              <a:ext cx="7914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#92f7ff</a:t>
              </a:r>
              <a:endParaRPr sz="1000">
                <a:solidFill>
                  <a:schemeClr val="dk1"/>
                </a:solidFill>
              </a:endParaRPr>
            </a:p>
          </p:txBody>
        </p:sp>
        <p:sp>
          <p:nvSpPr>
            <p:cNvPr id="482" name="Google Shape;482;p43"/>
            <p:cNvSpPr/>
            <p:nvPr/>
          </p:nvSpPr>
          <p:spPr>
            <a:xfrm>
              <a:off x="5238125" y="2988225"/>
              <a:ext cx="791400" cy="754200"/>
            </a:xfrm>
            <a:prstGeom prst="roundRect">
              <a:avLst>
                <a:gd fmla="val 16667" name="adj"/>
              </a:avLst>
            </a:prstGeom>
            <a:solidFill>
              <a:srgbClr val="35CFDB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43"/>
            <p:cNvSpPr txBox="1"/>
            <p:nvPr/>
          </p:nvSpPr>
          <p:spPr>
            <a:xfrm>
              <a:off x="5238125" y="3145275"/>
              <a:ext cx="7914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#35cfdb</a:t>
              </a:r>
              <a:endParaRPr sz="1000">
                <a:solidFill>
                  <a:schemeClr val="dk1"/>
                </a:solidFill>
              </a:endParaRPr>
            </a:p>
          </p:txBody>
        </p:sp>
        <p:sp>
          <p:nvSpPr>
            <p:cNvPr id="484" name="Google Shape;484;p43"/>
            <p:cNvSpPr/>
            <p:nvPr/>
          </p:nvSpPr>
          <p:spPr>
            <a:xfrm>
              <a:off x="3119450" y="3919325"/>
              <a:ext cx="791400" cy="754200"/>
            </a:xfrm>
            <a:prstGeom prst="roundRect">
              <a:avLst>
                <a:gd fmla="val 16667" name="adj"/>
              </a:avLst>
            </a:prstGeom>
            <a:solidFill>
              <a:srgbClr val="3F3FD8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43"/>
            <p:cNvSpPr/>
            <p:nvPr/>
          </p:nvSpPr>
          <p:spPr>
            <a:xfrm>
              <a:off x="4181270" y="3919325"/>
              <a:ext cx="791400" cy="754200"/>
            </a:xfrm>
            <a:prstGeom prst="roundRect">
              <a:avLst>
                <a:gd fmla="val 16667" name="adj"/>
              </a:avLst>
            </a:prstGeom>
            <a:solidFill>
              <a:srgbClr val="3333B8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43"/>
            <p:cNvSpPr/>
            <p:nvPr/>
          </p:nvSpPr>
          <p:spPr>
            <a:xfrm>
              <a:off x="5243089" y="3919325"/>
              <a:ext cx="791400" cy="754200"/>
            </a:xfrm>
            <a:prstGeom prst="roundRect">
              <a:avLst>
                <a:gd fmla="val 16667" name="adj"/>
              </a:avLst>
            </a:prstGeom>
            <a:solidFill>
              <a:srgbClr val="09066A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3"/>
            <p:cNvSpPr txBox="1"/>
            <p:nvPr/>
          </p:nvSpPr>
          <p:spPr>
            <a:xfrm>
              <a:off x="3119450" y="4076375"/>
              <a:ext cx="7914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</a:rPr>
                <a:t>#3f3fd8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488" name="Google Shape;488;p43"/>
            <p:cNvSpPr txBox="1"/>
            <p:nvPr/>
          </p:nvSpPr>
          <p:spPr>
            <a:xfrm>
              <a:off x="4181275" y="4076375"/>
              <a:ext cx="7914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</a:rPr>
                <a:t>#3333b8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489" name="Google Shape;489;p43"/>
            <p:cNvSpPr txBox="1"/>
            <p:nvPr/>
          </p:nvSpPr>
          <p:spPr>
            <a:xfrm>
              <a:off x="5243100" y="4076375"/>
              <a:ext cx="7914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</a:rPr>
                <a:t>#09066a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490" name="Google Shape;490;p43"/>
            <p:cNvSpPr/>
            <p:nvPr/>
          </p:nvSpPr>
          <p:spPr>
            <a:xfrm>
              <a:off x="6304925" y="3919325"/>
              <a:ext cx="791400" cy="754200"/>
            </a:xfrm>
            <a:prstGeom prst="roundRect">
              <a:avLst>
                <a:gd fmla="val 16667" name="adj"/>
              </a:avLst>
            </a:prstGeom>
            <a:solidFill>
              <a:srgbClr val="0D092A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3"/>
            <p:cNvSpPr txBox="1"/>
            <p:nvPr/>
          </p:nvSpPr>
          <p:spPr>
            <a:xfrm>
              <a:off x="6304925" y="4076375"/>
              <a:ext cx="7914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</a:rPr>
                <a:t>#0d092a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492" name="Google Shape;492;p43"/>
            <p:cNvSpPr/>
            <p:nvPr/>
          </p:nvSpPr>
          <p:spPr>
            <a:xfrm>
              <a:off x="6299950" y="2988225"/>
              <a:ext cx="791400" cy="754200"/>
            </a:xfrm>
            <a:prstGeom prst="roundRect">
              <a:avLst>
                <a:gd fmla="val 16667" name="adj"/>
              </a:avLst>
            </a:prstGeom>
            <a:solidFill>
              <a:srgbClr val="0F89A5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43"/>
            <p:cNvSpPr txBox="1"/>
            <p:nvPr/>
          </p:nvSpPr>
          <p:spPr>
            <a:xfrm>
              <a:off x="6299950" y="3145275"/>
              <a:ext cx="7914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#0f89a5</a:t>
              </a:r>
              <a:endParaRPr sz="1000">
                <a:solidFill>
                  <a:schemeClr val="dk1"/>
                </a:solidFill>
              </a:endParaRPr>
            </a:p>
          </p:txBody>
        </p:sp>
        <p:sp>
          <p:nvSpPr>
            <p:cNvPr id="494" name="Google Shape;494;p43"/>
            <p:cNvSpPr/>
            <p:nvPr/>
          </p:nvSpPr>
          <p:spPr>
            <a:xfrm>
              <a:off x="2057625" y="3919325"/>
              <a:ext cx="791400" cy="754200"/>
            </a:xfrm>
            <a:prstGeom prst="roundRect">
              <a:avLst>
                <a:gd fmla="val 16667" name="adj"/>
              </a:avLst>
            </a:prstGeom>
            <a:solidFill>
              <a:srgbClr val="A6AB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3"/>
            <p:cNvSpPr txBox="1"/>
            <p:nvPr/>
          </p:nvSpPr>
          <p:spPr>
            <a:xfrm>
              <a:off x="2057625" y="4076375"/>
              <a:ext cx="7914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#a6abff</a:t>
              </a:r>
              <a:endParaRPr sz="1000">
                <a:solidFill>
                  <a:schemeClr val="dk1"/>
                </a:solidFill>
              </a:endParaRPr>
            </a:p>
          </p:txBody>
        </p:sp>
      </p:grpSp>
      <p:pic>
        <p:nvPicPr>
          <p:cNvPr id="496" name="Google Shape;49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784" y="4787400"/>
            <a:ext cx="3081342" cy="3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oogle Shape;501;p44"/>
          <p:cNvGrpSpPr/>
          <p:nvPr/>
        </p:nvGrpSpPr>
        <p:grpSpPr>
          <a:xfrm>
            <a:off x="188123" y="1451933"/>
            <a:ext cx="1564300" cy="1495200"/>
            <a:chOff x="1336230" y="1856572"/>
            <a:chExt cx="731152" cy="698855"/>
          </a:xfrm>
        </p:grpSpPr>
        <p:sp>
          <p:nvSpPr>
            <p:cNvPr id="502" name="Google Shape;502;p44"/>
            <p:cNvSpPr/>
            <p:nvPr/>
          </p:nvSpPr>
          <p:spPr>
            <a:xfrm>
              <a:off x="1336230" y="1873243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8100" lIns="78100" spcFirstLastPara="1" rIns="78100" wrap="square" tIns="78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44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100" lIns="78100" spcFirstLastPara="1" rIns="78100" wrap="square" tIns="78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4" name="Google Shape;504;p44"/>
          <p:cNvGrpSpPr/>
          <p:nvPr/>
        </p:nvGrpSpPr>
        <p:grpSpPr>
          <a:xfrm>
            <a:off x="1904859" y="1451933"/>
            <a:ext cx="1564300" cy="1495200"/>
            <a:chOff x="1336230" y="1856572"/>
            <a:chExt cx="731152" cy="698855"/>
          </a:xfrm>
        </p:grpSpPr>
        <p:sp>
          <p:nvSpPr>
            <p:cNvPr id="505" name="Google Shape;505;p44"/>
            <p:cNvSpPr/>
            <p:nvPr/>
          </p:nvSpPr>
          <p:spPr>
            <a:xfrm>
              <a:off x="1336230" y="1873243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8100" lIns="78100" spcFirstLastPara="1" rIns="78100" wrap="square" tIns="78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4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100" lIns="78100" spcFirstLastPara="1" rIns="78100" wrap="square" tIns="78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7" name="Google Shape;507;p44"/>
          <p:cNvSpPr txBox="1"/>
          <p:nvPr>
            <p:ph idx="4"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Our team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08" name="Google Shape;508;p44"/>
          <p:cNvSpPr txBox="1"/>
          <p:nvPr>
            <p:ph type="title"/>
          </p:nvPr>
        </p:nvSpPr>
        <p:spPr>
          <a:xfrm>
            <a:off x="1856375" y="3080461"/>
            <a:ext cx="1661400" cy="4509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8"/>
              <a:t>arwa</a:t>
            </a:r>
            <a:endParaRPr sz="1708"/>
          </a:p>
        </p:txBody>
      </p:sp>
      <p:sp>
        <p:nvSpPr>
          <p:cNvPr id="509" name="Google Shape;509;p44"/>
          <p:cNvSpPr txBox="1"/>
          <p:nvPr>
            <p:ph idx="1" type="subTitle"/>
          </p:nvPr>
        </p:nvSpPr>
        <p:spPr>
          <a:xfrm>
            <a:off x="1856375" y="3531236"/>
            <a:ext cx="1661400" cy="3996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5"/>
              <a:t>Designer</a:t>
            </a:r>
            <a:endParaRPr sz="1195"/>
          </a:p>
        </p:txBody>
      </p:sp>
      <p:sp>
        <p:nvSpPr>
          <p:cNvPr id="510" name="Google Shape;510;p44"/>
          <p:cNvSpPr txBox="1"/>
          <p:nvPr>
            <p:ph idx="2" type="title"/>
          </p:nvPr>
        </p:nvSpPr>
        <p:spPr>
          <a:xfrm>
            <a:off x="139651" y="3089291"/>
            <a:ext cx="1661400" cy="4509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8"/>
              <a:t>USIF</a:t>
            </a:r>
            <a:endParaRPr sz="1708"/>
          </a:p>
        </p:txBody>
      </p:sp>
      <p:sp>
        <p:nvSpPr>
          <p:cNvPr id="511" name="Google Shape;511;p44"/>
          <p:cNvSpPr txBox="1"/>
          <p:nvPr>
            <p:ph idx="3" type="subTitle"/>
          </p:nvPr>
        </p:nvSpPr>
        <p:spPr>
          <a:xfrm>
            <a:off x="139651" y="3540054"/>
            <a:ext cx="1661400" cy="3996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5"/>
              <a:t>Leader </a:t>
            </a:r>
            <a:endParaRPr sz="1195"/>
          </a:p>
        </p:txBody>
      </p:sp>
      <p:pic>
        <p:nvPicPr>
          <p:cNvPr id="512" name="Google Shape;512;p44" title="leader-removebg-preview.png"/>
          <p:cNvPicPr preferRelativeResize="0"/>
          <p:nvPr/>
        </p:nvPicPr>
        <p:blipFill rotWithShape="1">
          <a:blip r:embed="rId3">
            <a:alphaModFix/>
          </a:blip>
          <a:srcRect b="61709" l="45294" r="3755" t="16653"/>
          <a:stretch/>
        </p:blipFill>
        <p:spPr>
          <a:xfrm>
            <a:off x="228226" y="1450050"/>
            <a:ext cx="1524300" cy="1455900"/>
          </a:xfrm>
          <a:prstGeom prst="roundRect">
            <a:avLst>
              <a:gd fmla="val 10852" name="adj"/>
            </a:avLst>
          </a:prstGeom>
          <a:noFill/>
          <a:ln>
            <a:noFill/>
          </a:ln>
        </p:spPr>
      </p:pic>
      <p:pic>
        <p:nvPicPr>
          <p:cNvPr id="513" name="Google Shape;513;p44"/>
          <p:cNvPicPr preferRelativeResize="0"/>
          <p:nvPr/>
        </p:nvPicPr>
        <p:blipFill rotWithShape="1">
          <a:blip r:embed="rId4">
            <a:alphaModFix/>
          </a:blip>
          <a:srcRect b="24013" l="31865" r="31861" t="24008"/>
          <a:stretch/>
        </p:blipFill>
        <p:spPr>
          <a:xfrm>
            <a:off x="1953504" y="1462863"/>
            <a:ext cx="1524300" cy="1455900"/>
          </a:xfrm>
          <a:prstGeom prst="roundRect">
            <a:avLst>
              <a:gd fmla="val 10852" name="adj"/>
            </a:avLst>
          </a:prstGeom>
          <a:noFill/>
          <a:ln>
            <a:noFill/>
          </a:ln>
        </p:spPr>
      </p:pic>
      <p:pic>
        <p:nvPicPr>
          <p:cNvPr id="514" name="Google Shape;514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8784" y="4787400"/>
            <a:ext cx="3081342" cy="356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5" name="Google Shape;515;p44"/>
          <p:cNvGrpSpPr/>
          <p:nvPr/>
        </p:nvGrpSpPr>
        <p:grpSpPr>
          <a:xfrm>
            <a:off x="3670114" y="1464746"/>
            <a:ext cx="1564300" cy="1495200"/>
            <a:chOff x="1336230" y="1856572"/>
            <a:chExt cx="731152" cy="698855"/>
          </a:xfrm>
        </p:grpSpPr>
        <p:sp>
          <p:nvSpPr>
            <p:cNvPr id="516" name="Google Shape;516;p44"/>
            <p:cNvSpPr/>
            <p:nvPr/>
          </p:nvSpPr>
          <p:spPr>
            <a:xfrm>
              <a:off x="1336230" y="1873243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8100" lIns="78100" spcFirstLastPara="1" rIns="78100" wrap="square" tIns="78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44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8100" lIns="78100" spcFirstLastPara="1" rIns="78100" wrap="square" tIns="78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8" name="Google Shape;518;p44"/>
          <p:cNvSpPr txBox="1"/>
          <p:nvPr>
            <p:ph idx="2" type="title"/>
          </p:nvPr>
        </p:nvSpPr>
        <p:spPr>
          <a:xfrm>
            <a:off x="3621641" y="3102104"/>
            <a:ext cx="1661400" cy="4509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8"/>
              <a:t>Youssef</a:t>
            </a:r>
            <a:endParaRPr sz="1708"/>
          </a:p>
        </p:txBody>
      </p:sp>
      <p:sp>
        <p:nvSpPr>
          <p:cNvPr id="519" name="Google Shape;519;p44"/>
          <p:cNvSpPr txBox="1"/>
          <p:nvPr>
            <p:ph idx="3" type="subTitle"/>
          </p:nvPr>
        </p:nvSpPr>
        <p:spPr>
          <a:xfrm>
            <a:off x="3621641" y="3552867"/>
            <a:ext cx="1661400" cy="3996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5"/>
              <a:t>Technical Founder</a:t>
            </a:r>
            <a:endParaRPr sz="1195"/>
          </a:p>
        </p:txBody>
      </p:sp>
      <p:pic>
        <p:nvPicPr>
          <p:cNvPr id="520" name="Google Shape;520;p44" title="youssef.jpg"/>
          <p:cNvPicPr preferRelativeResize="0"/>
          <p:nvPr/>
        </p:nvPicPr>
        <p:blipFill rotWithShape="1">
          <a:blip r:embed="rId6">
            <a:alphaModFix/>
          </a:blip>
          <a:srcRect b="14573" l="0" r="0" t="14580"/>
          <a:stretch/>
        </p:blipFill>
        <p:spPr>
          <a:xfrm>
            <a:off x="3678775" y="1445300"/>
            <a:ext cx="1524300" cy="1456200"/>
          </a:xfrm>
          <a:prstGeom prst="roundRect">
            <a:avLst>
              <a:gd fmla="val 10852" name="adj"/>
            </a:avLst>
          </a:prstGeom>
          <a:noFill/>
          <a:ln>
            <a:noFill/>
          </a:ln>
        </p:spPr>
      </p:pic>
      <p:grpSp>
        <p:nvGrpSpPr>
          <p:cNvPr id="521" name="Google Shape;521;p44"/>
          <p:cNvGrpSpPr/>
          <p:nvPr/>
        </p:nvGrpSpPr>
        <p:grpSpPr>
          <a:xfrm>
            <a:off x="5409208" y="1466668"/>
            <a:ext cx="1564300" cy="1495200"/>
            <a:chOff x="1336230" y="1856572"/>
            <a:chExt cx="731152" cy="698855"/>
          </a:xfrm>
        </p:grpSpPr>
        <p:sp>
          <p:nvSpPr>
            <p:cNvPr id="522" name="Google Shape;522;p44"/>
            <p:cNvSpPr/>
            <p:nvPr/>
          </p:nvSpPr>
          <p:spPr>
            <a:xfrm>
              <a:off x="1336230" y="1873243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8100" lIns="78100" spcFirstLastPara="1" rIns="78100" wrap="square" tIns="78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44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100" lIns="78100" spcFirstLastPara="1" rIns="78100" wrap="square" tIns="78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4" name="Google Shape;524;p44"/>
          <p:cNvSpPr txBox="1"/>
          <p:nvPr>
            <p:ph idx="2" type="title"/>
          </p:nvPr>
        </p:nvSpPr>
        <p:spPr>
          <a:xfrm>
            <a:off x="5360735" y="3104026"/>
            <a:ext cx="1661400" cy="4509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8"/>
              <a:t>moaz</a:t>
            </a:r>
            <a:endParaRPr sz="1708"/>
          </a:p>
        </p:txBody>
      </p:sp>
      <p:sp>
        <p:nvSpPr>
          <p:cNvPr id="525" name="Google Shape;525;p44"/>
          <p:cNvSpPr txBox="1"/>
          <p:nvPr>
            <p:ph idx="3" type="subTitle"/>
          </p:nvPr>
        </p:nvSpPr>
        <p:spPr>
          <a:xfrm>
            <a:off x="5360735" y="3554789"/>
            <a:ext cx="1661400" cy="3996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5"/>
              <a:t>Love the god</a:t>
            </a:r>
            <a:endParaRPr sz="1195"/>
          </a:p>
        </p:txBody>
      </p:sp>
      <p:pic>
        <p:nvPicPr>
          <p:cNvPr id="526" name="Google Shape;526;p44" title="Moaz-removebg-preview.png"/>
          <p:cNvPicPr preferRelativeResize="0"/>
          <p:nvPr/>
        </p:nvPicPr>
        <p:blipFill rotWithShape="1">
          <a:blip r:embed="rId7">
            <a:alphaModFix/>
          </a:blip>
          <a:srcRect b="51412" l="18892" r="27390" t="11062"/>
          <a:stretch/>
        </p:blipFill>
        <p:spPr>
          <a:xfrm>
            <a:off x="5426749" y="1471574"/>
            <a:ext cx="1564200" cy="1455900"/>
          </a:xfrm>
          <a:prstGeom prst="roundRect">
            <a:avLst>
              <a:gd fmla="val 10852" name="adj"/>
            </a:avLst>
          </a:prstGeom>
          <a:noFill/>
          <a:ln>
            <a:noFill/>
          </a:ln>
        </p:spPr>
      </p:pic>
      <p:grpSp>
        <p:nvGrpSpPr>
          <p:cNvPr id="527" name="Google Shape;527;p44"/>
          <p:cNvGrpSpPr/>
          <p:nvPr/>
        </p:nvGrpSpPr>
        <p:grpSpPr>
          <a:xfrm>
            <a:off x="7305308" y="1468568"/>
            <a:ext cx="1564300" cy="1495200"/>
            <a:chOff x="1336230" y="1856572"/>
            <a:chExt cx="731152" cy="698855"/>
          </a:xfrm>
        </p:grpSpPr>
        <p:sp>
          <p:nvSpPr>
            <p:cNvPr id="528" name="Google Shape;528;p44"/>
            <p:cNvSpPr/>
            <p:nvPr/>
          </p:nvSpPr>
          <p:spPr>
            <a:xfrm>
              <a:off x="1336230" y="1873243"/>
              <a:ext cx="710743" cy="682184"/>
            </a:xfrm>
            <a:custGeom>
              <a:rect b="b" l="l" r="r" t="t"/>
              <a:pathLst>
                <a:path extrusionOk="0" h="30289" w="31557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8100" lIns="78100" spcFirstLastPara="1" rIns="78100" wrap="square" tIns="78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4"/>
            <p:cNvSpPr/>
            <p:nvPr/>
          </p:nvSpPr>
          <p:spPr>
            <a:xfrm>
              <a:off x="1356662" y="1856572"/>
              <a:ext cx="710720" cy="681441"/>
            </a:xfrm>
            <a:custGeom>
              <a:rect b="b" l="l" r="r" t="t"/>
              <a:pathLst>
                <a:path extrusionOk="0" h="30256" w="31556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8100" lIns="78100" spcFirstLastPara="1" rIns="78100" wrap="square" tIns="78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0" name="Google Shape;530;p44"/>
          <p:cNvSpPr txBox="1"/>
          <p:nvPr>
            <p:ph idx="2" type="title"/>
          </p:nvPr>
        </p:nvSpPr>
        <p:spPr>
          <a:xfrm>
            <a:off x="7256835" y="3105926"/>
            <a:ext cx="1661400" cy="4509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8"/>
              <a:t>Ali</a:t>
            </a:r>
            <a:endParaRPr sz="1708"/>
          </a:p>
        </p:txBody>
      </p:sp>
      <p:sp>
        <p:nvSpPr>
          <p:cNvPr id="531" name="Google Shape;531;p44"/>
          <p:cNvSpPr txBox="1"/>
          <p:nvPr>
            <p:ph idx="3" type="subTitle"/>
          </p:nvPr>
        </p:nvSpPr>
        <p:spPr>
          <a:xfrm>
            <a:off x="7256835" y="3556689"/>
            <a:ext cx="1661400" cy="399600"/>
          </a:xfrm>
          <a:prstGeom prst="rect">
            <a:avLst/>
          </a:prstGeom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5"/>
              <a:t>maker</a:t>
            </a:r>
            <a:endParaRPr sz="1195"/>
          </a:p>
        </p:txBody>
      </p:sp>
      <p:pic>
        <p:nvPicPr>
          <p:cNvPr id="532" name="Google Shape;532;p44" title="ALi.jpg"/>
          <p:cNvPicPr preferRelativeResize="0"/>
          <p:nvPr/>
        </p:nvPicPr>
        <p:blipFill rotWithShape="1">
          <a:blip r:embed="rId8">
            <a:alphaModFix/>
          </a:blip>
          <a:srcRect b="31647" l="0" r="0" t="0"/>
          <a:stretch/>
        </p:blipFill>
        <p:spPr>
          <a:xfrm>
            <a:off x="7345411" y="1466685"/>
            <a:ext cx="1524300" cy="1455900"/>
          </a:xfrm>
          <a:prstGeom prst="roundRect">
            <a:avLst>
              <a:gd fmla="val 10852" name="adj"/>
            </a:avLst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5"/>
          <p:cNvSpPr txBox="1"/>
          <p:nvPr>
            <p:ph type="title"/>
          </p:nvPr>
        </p:nvSpPr>
        <p:spPr>
          <a:xfrm>
            <a:off x="571500" y="870800"/>
            <a:ext cx="7384500" cy="123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/>
              <a:t>Any questions ?</a:t>
            </a:r>
            <a:endParaRPr sz="6200"/>
          </a:p>
        </p:txBody>
      </p:sp>
      <p:sp>
        <p:nvSpPr>
          <p:cNvPr id="538" name="Google Shape;538;p45"/>
          <p:cNvSpPr/>
          <p:nvPr/>
        </p:nvSpPr>
        <p:spPr>
          <a:xfrm flipH="1">
            <a:off x="2872985" y="4165977"/>
            <a:ext cx="318558" cy="112522"/>
          </a:xfrm>
          <a:custGeom>
            <a:rect b="b" l="l" r="r" t="t"/>
            <a:pathLst>
              <a:path extrusionOk="0" h="4996" w="14144">
                <a:moveTo>
                  <a:pt x="13918" y="0"/>
                </a:moveTo>
                <a:cubicBezTo>
                  <a:pt x="13894" y="0"/>
                  <a:pt x="13869" y="5"/>
                  <a:pt x="13844" y="13"/>
                </a:cubicBezTo>
                <a:lnTo>
                  <a:pt x="167" y="4583"/>
                </a:lnTo>
                <a:cubicBezTo>
                  <a:pt x="101" y="4583"/>
                  <a:pt x="34" y="4616"/>
                  <a:pt x="34" y="4683"/>
                </a:cubicBezTo>
                <a:cubicBezTo>
                  <a:pt x="34" y="4716"/>
                  <a:pt x="1" y="4750"/>
                  <a:pt x="34" y="4850"/>
                </a:cubicBezTo>
                <a:cubicBezTo>
                  <a:pt x="85" y="4952"/>
                  <a:pt x="155" y="4995"/>
                  <a:pt x="230" y="4995"/>
                </a:cubicBezTo>
                <a:cubicBezTo>
                  <a:pt x="254" y="4995"/>
                  <a:pt x="277" y="4991"/>
                  <a:pt x="301" y="4983"/>
                </a:cubicBezTo>
                <a:lnTo>
                  <a:pt x="13977" y="380"/>
                </a:lnTo>
                <a:cubicBezTo>
                  <a:pt x="14111" y="346"/>
                  <a:pt x="14144" y="213"/>
                  <a:pt x="14111" y="113"/>
                </a:cubicBezTo>
                <a:cubicBezTo>
                  <a:pt x="14061" y="38"/>
                  <a:pt x="13992" y="0"/>
                  <a:pt x="13918" y="0"/>
                </a:cubicBezTo>
                <a:close/>
              </a:path>
            </a:pathLst>
          </a:custGeom>
          <a:solidFill>
            <a:srgbClr val="090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9" name="Google Shape;539;p45"/>
          <p:cNvGrpSpPr/>
          <p:nvPr/>
        </p:nvGrpSpPr>
        <p:grpSpPr>
          <a:xfrm>
            <a:off x="5495146" y="1811631"/>
            <a:ext cx="3648844" cy="2707720"/>
            <a:chOff x="3814997" y="1420528"/>
            <a:chExt cx="5016972" cy="3722975"/>
          </a:xfrm>
        </p:grpSpPr>
        <p:sp>
          <p:nvSpPr>
            <p:cNvPr id="540" name="Google Shape;540;p45"/>
            <p:cNvSpPr/>
            <p:nvPr/>
          </p:nvSpPr>
          <p:spPr>
            <a:xfrm flipH="1">
              <a:off x="6223804" y="2492200"/>
              <a:ext cx="647634" cy="563490"/>
            </a:xfrm>
            <a:custGeom>
              <a:rect b="b" l="l" r="r" t="t"/>
              <a:pathLst>
                <a:path extrusionOk="0" h="25019" w="28755">
                  <a:moveTo>
                    <a:pt x="5438" y="0"/>
                  </a:moveTo>
                  <a:cubicBezTo>
                    <a:pt x="2435" y="0"/>
                    <a:pt x="0" y="2435"/>
                    <a:pt x="0" y="5404"/>
                  </a:cubicBezTo>
                  <a:lnTo>
                    <a:pt x="0" y="19581"/>
                  </a:lnTo>
                  <a:cubicBezTo>
                    <a:pt x="0" y="22616"/>
                    <a:pt x="2435" y="25018"/>
                    <a:pt x="5438" y="25018"/>
                  </a:cubicBezTo>
                  <a:lnTo>
                    <a:pt x="23284" y="25018"/>
                  </a:lnTo>
                  <a:cubicBezTo>
                    <a:pt x="26286" y="25018"/>
                    <a:pt x="28754" y="22616"/>
                    <a:pt x="28687" y="19581"/>
                  </a:cubicBezTo>
                  <a:lnTo>
                    <a:pt x="28687" y="5404"/>
                  </a:lnTo>
                  <a:cubicBezTo>
                    <a:pt x="28687" y="2435"/>
                    <a:pt x="26286" y="0"/>
                    <a:pt x="232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45"/>
            <p:cNvSpPr/>
            <p:nvPr/>
          </p:nvSpPr>
          <p:spPr>
            <a:xfrm flipH="1">
              <a:off x="6534840" y="2603664"/>
              <a:ext cx="226171" cy="376148"/>
            </a:xfrm>
            <a:custGeom>
              <a:rect b="b" l="l" r="r" t="t"/>
              <a:pathLst>
                <a:path extrusionOk="0" h="16701" w="10042">
                  <a:moveTo>
                    <a:pt x="4122" y="1"/>
                  </a:moveTo>
                  <a:cubicBezTo>
                    <a:pt x="3871" y="1"/>
                    <a:pt x="3619" y="29"/>
                    <a:pt x="3370" y="88"/>
                  </a:cubicBezTo>
                  <a:cubicBezTo>
                    <a:pt x="1068" y="655"/>
                    <a:pt x="1" y="3524"/>
                    <a:pt x="601" y="5826"/>
                  </a:cubicBezTo>
                  <a:cubicBezTo>
                    <a:pt x="1235" y="8094"/>
                    <a:pt x="3003" y="9862"/>
                    <a:pt x="4771" y="11396"/>
                  </a:cubicBezTo>
                  <a:cubicBezTo>
                    <a:pt x="6539" y="12931"/>
                    <a:pt x="9074" y="14532"/>
                    <a:pt x="10041" y="16700"/>
                  </a:cubicBezTo>
                  <a:lnTo>
                    <a:pt x="9908" y="5892"/>
                  </a:lnTo>
                  <a:cubicBezTo>
                    <a:pt x="9341" y="4425"/>
                    <a:pt x="8707" y="2890"/>
                    <a:pt x="7606" y="1723"/>
                  </a:cubicBezTo>
                  <a:cubicBezTo>
                    <a:pt x="6712" y="745"/>
                    <a:pt x="5420" y="1"/>
                    <a:pt x="41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45"/>
            <p:cNvSpPr/>
            <p:nvPr/>
          </p:nvSpPr>
          <p:spPr>
            <a:xfrm flipH="1">
              <a:off x="6320410" y="2603619"/>
              <a:ext cx="223919" cy="376193"/>
            </a:xfrm>
            <a:custGeom>
              <a:rect b="b" l="l" r="r" t="t"/>
              <a:pathLst>
                <a:path extrusionOk="0" h="16703" w="9942">
                  <a:moveTo>
                    <a:pt x="5766" y="0"/>
                  </a:moveTo>
                  <a:cubicBezTo>
                    <a:pt x="4468" y="0"/>
                    <a:pt x="3165" y="723"/>
                    <a:pt x="2303" y="1725"/>
                  </a:cubicBezTo>
                  <a:cubicBezTo>
                    <a:pt x="1202" y="2892"/>
                    <a:pt x="635" y="4427"/>
                    <a:pt x="1" y="5894"/>
                  </a:cubicBezTo>
                  <a:lnTo>
                    <a:pt x="134" y="16702"/>
                  </a:lnTo>
                  <a:cubicBezTo>
                    <a:pt x="1102" y="14534"/>
                    <a:pt x="3370" y="12966"/>
                    <a:pt x="5171" y="11398"/>
                  </a:cubicBezTo>
                  <a:cubicBezTo>
                    <a:pt x="6939" y="9864"/>
                    <a:pt x="8707" y="8096"/>
                    <a:pt x="9341" y="5828"/>
                  </a:cubicBezTo>
                  <a:cubicBezTo>
                    <a:pt x="9941" y="3559"/>
                    <a:pt x="8841" y="691"/>
                    <a:pt x="6539" y="90"/>
                  </a:cubicBezTo>
                  <a:cubicBezTo>
                    <a:pt x="6284" y="29"/>
                    <a:pt x="6025" y="0"/>
                    <a:pt x="57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5"/>
            <p:cNvSpPr/>
            <p:nvPr/>
          </p:nvSpPr>
          <p:spPr>
            <a:xfrm>
              <a:off x="5164400" y="2730108"/>
              <a:ext cx="833197" cy="1374886"/>
            </a:xfrm>
            <a:custGeom>
              <a:rect b="b" l="l" r="r" t="t"/>
              <a:pathLst>
                <a:path extrusionOk="0" h="61045" w="36994">
                  <a:moveTo>
                    <a:pt x="5004" y="1"/>
                  </a:moveTo>
                  <a:cubicBezTo>
                    <a:pt x="2268" y="1"/>
                    <a:pt x="0" y="2236"/>
                    <a:pt x="0" y="5004"/>
                  </a:cubicBezTo>
                  <a:lnTo>
                    <a:pt x="0" y="56041"/>
                  </a:lnTo>
                  <a:cubicBezTo>
                    <a:pt x="0" y="58810"/>
                    <a:pt x="2202" y="61045"/>
                    <a:pt x="5004" y="61045"/>
                  </a:cubicBezTo>
                  <a:lnTo>
                    <a:pt x="31990" y="61045"/>
                  </a:lnTo>
                  <a:cubicBezTo>
                    <a:pt x="34792" y="61045"/>
                    <a:pt x="36993" y="58810"/>
                    <a:pt x="36993" y="56008"/>
                  </a:cubicBezTo>
                  <a:lnTo>
                    <a:pt x="36993" y="5004"/>
                  </a:lnTo>
                  <a:cubicBezTo>
                    <a:pt x="36993" y="2269"/>
                    <a:pt x="34792" y="1"/>
                    <a:pt x="31990" y="1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5"/>
            <p:cNvSpPr/>
            <p:nvPr/>
          </p:nvSpPr>
          <p:spPr>
            <a:xfrm flipH="1">
              <a:off x="7778539" y="1461114"/>
              <a:ext cx="920359" cy="1311012"/>
            </a:xfrm>
            <a:custGeom>
              <a:rect b="b" l="l" r="r" t="t"/>
              <a:pathLst>
                <a:path extrusionOk="0" h="58209" w="40864">
                  <a:moveTo>
                    <a:pt x="3804" y="0"/>
                  </a:moveTo>
                  <a:cubicBezTo>
                    <a:pt x="1702" y="0"/>
                    <a:pt x="1" y="1701"/>
                    <a:pt x="1" y="3803"/>
                  </a:cubicBezTo>
                  <a:lnTo>
                    <a:pt x="1" y="54406"/>
                  </a:lnTo>
                  <a:cubicBezTo>
                    <a:pt x="1" y="56507"/>
                    <a:pt x="1702" y="58209"/>
                    <a:pt x="3804" y="58209"/>
                  </a:cubicBezTo>
                  <a:lnTo>
                    <a:pt x="37061" y="58209"/>
                  </a:lnTo>
                  <a:cubicBezTo>
                    <a:pt x="39195" y="58209"/>
                    <a:pt x="40863" y="56507"/>
                    <a:pt x="40863" y="54406"/>
                  </a:cubicBezTo>
                  <a:lnTo>
                    <a:pt x="40863" y="3803"/>
                  </a:lnTo>
                  <a:cubicBezTo>
                    <a:pt x="40863" y="1701"/>
                    <a:pt x="39162" y="0"/>
                    <a:pt x="37061" y="0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5"/>
            <p:cNvSpPr/>
            <p:nvPr/>
          </p:nvSpPr>
          <p:spPr>
            <a:xfrm flipH="1">
              <a:off x="7816106" y="1420528"/>
              <a:ext cx="921103" cy="1311035"/>
            </a:xfrm>
            <a:custGeom>
              <a:rect b="b" l="l" r="r" t="t"/>
              <a:pathLst>
                <a:path extrusionOk="0" h="58210" w="40897">
                  <a:moveTo>
                    <a:pt x="3803" y="1"/>
                  </a:moveTo>
                  <a:cubicBezTo>
                    <a:pt x="1702" y="1"/>
                    <a:pt x="1" y="1702"/>
                    <a:pt x="1" y="3804"/>
                  </a:cubicBezTo>
                  <a:lnTo>
                    <a:pt x="1" y="54407"/>
                  </a:lnTo>
                  <a:cubicBezTo>
                    <a:pt x="1" y="56508"/>
                    <a:pt x="1702" y="58209"/>
                    <a:pt x="3803" y="58209"/>
                  </a:cubicBezTo>
                  <a:lnTo>
                    <a:pt x="37094" y="58209"/>
                  </a:lnTo>
                  <a:cubicBezTo>
                    <a:pt x="39195" y="58209"/>
                    <a:pt x="40896" y="56508"/>
                    <a:pt x="40863" y="54407"/>
                  </a:cubicBezTo>
                  <a:lnTo>
                    <a:pt x="40863" y="3804"/>
                  </a:lnTo>
                  <a:cubicBezTo>
                    <a:pt x="40863" y="1702"/>
                    <a:pt x="39162" y="1"/>
                    <a:pt x="370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45"/>
            <p:cNvSpPr/>
            <p:nvPr/>
          </p:nvSpPr>
          <p:spPr>
            <a:xfrm flipH="1">
              <a:off x="8249597" y="1615866"/>
              <a:ext cx="388446" cy="653648"/>
            </a:xfrm>
            <a:custGeom>
              <a:rect b="b" l="l" r="r" t="t"/>
              <a:pathLst>
                <a:path extrusionOk="0" h="29022" w="17247">
                  <a:moveTo>
                    <a:pt x="3937" y="1"/>
                  </a:moveTo>
                  <a:cubicBezTo>
                    <a:pt x="1769" y="1"/>
                    <a:pt x="1" y="1769"/>
                    <a:pt x="1" y="3937"/>
                  </a:cubicBezTo>
                  <a:lnTo>
                    <a:pt x="1" y="25119"/>
                  </a:lnTo>
                  <a:cubicBezTo>
                    <a:pt x="1" y="27287"/>
                    <a:pt x="1769" y="29022"/>
                    <a:pt x="3937" y="29022"/>
                  </a:cubicBezTo>
                  <a:lnTo>
                    <a:pt x="13310" y="29022"/>
                  </a:lnTo>
                  <a:cubicBezTo>
                    <a:pt x="15478" y="29022"/>
                    <a:pt x="17246" y="27287"/>
                    <a:pt x="17246" y="25119"/>
                  </a:cubicBezTo>
                  <a:lnTo>
                    <a:pt x="17246" y="3937"/>
                  </a:lnTo>
                  <a:cubicBezTo>
                    <a:pt x="17246" y="1769"/>
                    <a:pt x="15478" y="1"/>
                    <a:pt x="133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45"/>
            <p:cNvSpPr/>
            <p:nvPr/>
          </p:nvSpPr>
          <p:spPr>
            <a:xfrm flipH="1">
              <a:off x="8339754" y="1736249"/>
              <a:ext cx="208874" cy="189527"/>
            </a:xfrm>
            <a:custGeom>
              <a:rect b="b" l="l" r="r" t="t"/>
              <a:pathLst>
                <a:path extrusionOk="0" h="8415" w="9274">
                  <a:moveTo>
                    <a:pt x="4620" y="0"/>
                  </a:moveTo>
                  <a:cubicBezTo>
                    <a:pt x="2726" y="0"/>
                    <a:pt x="1016" y="1301"/>
                    <a:pt x="534" y="3229"/>
                  </a:cubicBezTo>
                  <a:cubicBezTo>
                    <a:pt x="0" y="5497"/>
                    <a:pt x="1401" y="7765"/>
                    <a:pt x="3670" y="8299"/>
                  </a:cubicBezTo>
                  <a:cubicBezTo>
                    <a:pt x="4001" y="8377"/>
                    <a:pt x="4332" y="8414"/>
                    <a:pt x="4657" y="8414"/>
                  </a:cubicBezTo>
                  <a:cubicBezTo>
                    <a:pt x="6563" y="8414"/>
                    <a:pt x="8284" y="7134"/>
                    <a:pt x="8740" y="5197"/>
                  </a:cubicBezTo>
                  <a:cubicBezTo>
                    <a:pt x="9274" y="2928"/>
                    <a:pt x="7873" y="660"/>
                    <a:pt x="5638" y="126"/>
                  </a:cubicBezTo>
                  <a:cubicBezTo>
                    <a:pt x="5296" y="41"/>
                    <a:pt x="4955" y="0"/>
                    <a:pt x="46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45"/>
            <p:cNvSpPr/>
            <p:nvPr/>
          </p:nvSpPr>
          <p:spPr>
            <a:xfrm flipH="1">
              <a:off x="8249597" y="1974987"/>
              <a:ext cx="388446" cy="295270"/>
            </a:xfrm>
            <a:custGeom>
              <a:rect b="b" l="l" r="r" t="t"/>
              <a:pathLst>
                <a:path extrusionOk="0" h="13110" w="17247">
                  <a:moveTo>
                    <a:pt x="8607" y="1"/>
                  </a:moveTo>
                  <a:cubicBezTo>
                    <a:pt x="4804" y="1"/>
                    <a:pt x="1502" y="2102"/>
                    <a:pt x="1" y="5238"/>
                  </a:cubicBezTo>
                  <a:lnTo>
                    <a:pt x="1" y="9207"/>
                  </a:lnTo>
                  <a:cubicBezTo>
                    <a:pt x="1" y="11375"/>
                    <a:pt x="1769" y="13110"/>
                    <a:pt x="3937" y="13110"/>
                  </a:cubicBezTo>
                  <a:lnTo>
                    <a:pt x="13310" y="13110"/>
                  </a:lnTo>
                  <a:cubicBezTo>
                    <a:pt x="15478" y="13110"/>
                    <a:pt x="17246" y="11375"/>
                    <a:pt x="17246" y="9207"/>
                  </a:cubicBezTo>
                  <a:lnTo>
                    <a:pt x="17246" y="5238"/>
                  </a:lnTo>
                  <a:cubicBezTo>
                    <a:pt x="15679" y="2102"/>
                    <a:pt x="12410" y="1"/>
                    <a:pt x="86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5"/>
            <p:cNvSpPr/>
            <p:nvPr/>
          </p:nvSpPr>
          <p:spPr>
            <a:xfrm flipH="1">
              <a:off x="7816106" y="1420528"/>
              <a:ext cx="921103" cy="116486"/>
            </a:xfrm>
            <a:custGeom>
              <a:rect b="b" l="l" r="r" t="t"/>
              <a:pathLst>
                <a:path extrusionOk="0" h="5172" w="40897">
                  <a:moveTo>
                    <a:pt x="3803" y="1"/>
                  </a:moveTo>
                  <a:cubicBezTo>
                    <a:pt x="1702" y="1"/>
                    <a:pt x="1" y="1702"/>
                    <a:pt x="1" y="3804"/>
                  </a:cubicBezTo>
                  <a:lnTo>
                    <a:pt x="1" y="5171"/>
                  </a:lnTo>
                  <a:lnTo>
                    <a:pt x="40863" y="5171"/>
                  </a:lnTo>
                  <a:lnTo>
                    <a:pt x="40863" y="3804"/>
                  </a:lnTo>
                  <a:cubicBezTo>
                    <a:pt x="40896" y="1702"/>
                    <a:pt x="39195" y="1"/>
                    <a:pt x="37094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5"/>
            <p:cNvSpPr/>
            <p:nvPr/>
          </p:nvSpPr>
          <p:spPr>
            <a:xfrm flipH="1">
              <a:off x="8595603" y="1443839"/>
              <a:ext cx="69144" cy="69887"/>
            </a:xfrm>
            <a:custGeom>
              <a:rect b="b" l="l" r="r" t="t"/>
              <a:pathLst>
                <a:path extrusionOk="0" h="3103" w="3070">
                  <a:moveTo>
                    <a:pt x="1535" y="0"/>
                  </a:moveTo>
                  <a:cubicBezTo>
                    <a:pt x="701" y="0"/>
                    <a:pt x="0" y="734"/>
                    <a:pt x="0" y="1568"/>
                  </a:cubicBezTo>
                  <a:cubicBezTo>
                    <a:pt x="0" y="2402"/>
                    <a:pt x="701" y="3102"/>
                    <a:pt x="1535" y="3102"/>
                  </a:cubicBezTo>
                  <a:cubicBezTo>
                    <a:pt x="2369" y="3102"/>
                    <a:pt x="3069" y="2402"/>
                    <a:pt x="3069" y="1568"/>
                  </a:cubicBezTo>
                  <a:cubicBezTo>
                    <a:pt x="3069" y="734"/>
                    <a:pt x="2402" y="0"/>
                    <a:pt x="1535" y="0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5"/>
            <p:cNvSpPr/>
            <p:nvPr/>
          </p:nvSpPr>
          <p:spPr>
            <a:xfrm flipH="1">
              <a:off x="8465626" y="1443839"/>
              <a:ext cx="69910" cy="69887"/>
            </a:xfrm>
            <a:custGeom>
              <a:rect b="b" l="l" r="r" t="t"/>
              <a:pathLst>
                <a:path extrusionOk="0" h="3103" w="3104">
                  <a:moveTo>
                    <a:pt x="1569" y="0"/>
                  </a:moveTo>
                  <a:cubicBezTo>
                    <a:pt x="735" y="0"/>
                    <a:pt x="1" y="734"/>
                    <a:pt x="1" y="1568"/>
                  </a:cubicBezTo>
                  <a:cubicBezTo>
                    <a:pt x="1" y="2402"/>
                    <a:pt x="735" y="3102"/>
                    <a:pt x="1569" y="3102"/>
                  </a:cubicBezTo>
                  <a:cubicBezTo>
                    <a:pt x="2403" y="3102"/>
                    <a:pt x="3103" y="2402"/>
                    <a:pt x="3103" y="1568"/>
                  </a:cubicBezTo>
                  <a:cubicBezTo>
                    <a:pt x="3103" y="734"/>
                    <a:pt x="2403" y="0"/>
                    <a:pt x="1569" y="0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45"/>
            <p:cNvSpPr/>
            <p:nvPr/>
          </p:nvSpPr>
          <p:spPr>
            <a:xfrm flipH="1">
              <a:off x="8332653" y="1444064"/>
              <a:ext cx="78919" cy="69414"/>
            </a:xfrm>
            <a:custGeom>
              <a:rect b="b" l="l" r="r" t="t"/>
              <a:pathLst>
                <a:path extrusionOk="0" h="3082" w="3504">
                  <a:moveTo>
                    <a:pt x="1777" y="0"/>
                  </a:moveTo>
                  <a:cubicBezTo>
                    <a:pt x="1575" y="0"/>
                    <a:pt x="1368" y="40"/>
                    <a:pt x="1168" y="123"/>
                  </a:cubicBezTo>
                  <a:cubicBezTo>
                    <a:pt x="401" y="457"/>
                    <a:pt x="1" y="1358"/>
                    <a:pt x="334" y="2125"/>
                  </a:cubicBezTo>
                  <a:cubicBezTo>
                    <a:pt x="584" y="2725"/>
                    <a:pt x="1154" y="3082"/>
                    <a:pt x="1746" y="3082"/>
                  </a:cubicBezTo>
                  <a:cubicBezTo>
                    <a:pt x="1944" y="3082"/>
                    <a:pt x="2144" y="3042"/>
                    <a:pt x="2336" y="2959"/>
                  </a:cubicBezTo>
                  <a:cubicBezTo>
                    <a:pt x="3136" y="2659"/>
                    <a:pt x="3503" y="1758"/>
                    <a:pt x="3203" y="957"/>
                  </a:cubicBezTo>
                  <a:cubicBezTo>
                    <a:pt x="2953" y="357"/>
                    <a:pt x="2384" y="0"/>
                    <a:pt x="1777" y="0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45"/>
            <p:cNvSpPr/>
            <p:nvPr/>
          </p:nvSpPr>
          <p:spPr>
            <a:xfrm flipH="1">
              <a:off x="8260858" y="2382194"/>
              <a:ext cx="365901" cy="33829"/>
            </a:xfrm>
            <a:custGeom>
              <a:rect b="b" l="l" r="r" t="t"/>
              <a:pathLst>
                <a:path extrusionOk="0" h="1502" w="16246">
                  <a:moveTo>
                    <a:pt x="767" y="0"/>
                  </a:moveTo>
                  <a:cubicBezTo>
                    <a:pt x="334" y="0"/>
                    <a:pt x="0" y="334"/>
                    <a:pt x="0" y="734"/>
                  </a:cubicBezTo>
                  <a:cubicBezTo>
                    <a:pt x="0" y="1168"/>
                    <a:pt x="334" y="1501"/>
                    <a:pt x="767" y="1501"/>
                  </a:cubicBezTo>
                  <a:lnTo>
                    <a:pt x="15478" y="1501"/>
                  </a:lnTo>
                  <a:cubicBezTo>
                    <a:pt x="15845" y="1501"/>
                    <a:pt x="16178" y="1168"/>
                    <a:pt x="16245" y="734"/>
                  </a:cubicBezTo>
                  <a:cubicBezTo>
                    <a:pt x="16245" y="334"/>
                    <a:pt x="15911" y="0"/>
                    <a:pt x="154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45"/>
            <p:cNvSpPr/>
            <p:nvPr/>
          </p:nvSpPr>
          <p:spPr>
            <a:xfrm flipH="1">
              <a:off x="8260858" y="2449041"/>
              <a:ext cx="365901" cy="33851"/>
            </a:xfrm>
            <a:custGeom>
              <a:rect b="b" l="l" r="r" t="t"/>
              <a:pathLst>
                <a:path extrusionOk="0" h="1503" w="16246">
                  <a:moveTo>
                    <a:pt x="767" y="1"/>
                  </a:moveTo>
                  <a:cubicBezTo>
                    <a:pt x="334" y="1"/>
                    <a:pt x="0" y="335"/>
                    <a:pt x="0" y="735"/>
                  </a:cubicBezTo>
                  <a:cubicBezTo>
                    <a:pt x="0" y="1168"/>
                    <a:pt x="334" y="1502"/>
                    <a:pt x="767" y="1502"/>
                  </a:cubicBezTo>
                  <a:lnTo>
                    <a:pt x="15478" y="1502"/>
                  </a:lnTo>
                  <a:cubicBezTo>
                    <a:pt x="15845" y="1502"/>
                    <a:pt x="16178" y="1202"/>
                    <a:pt x="16245" y="735"/>
                  </a:cubicBezTo>
                  <a:cubicBezTo>
                    <a:pt x="16245" y="335"/>
                    <a:pt x="15911" y="1"/>
                    <a:pt x="154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45"/>
            <p:cNvSpPr/>
            <p:nvPr/>
          </p:nvSpPr>
          <p:spPr>
            <a:xfrm flipH="1">
              <a:off x="8260858" y="2516676"/>
              <a:ext cx="365901" cy="33829"/>
            </a:xfrm>
            <a:custGeom>
              <a:rect b="b" l="l" r="r" t="t"/>
              <a:pathLst>
                <a:path extrusionOk="0" h="1502" w="16246">
                  <a:moveTo>
                    <a:pt x="767" y="0"/>
                  </a:moveTo>
                  <a:cubicBezTo>
                    <a:pt x="334" y="0"/>
                    <a:pt x="0" y="334"/>
                    <a:pt x="0" y="734"/>
                  </a:cubicBezTo>
                  <a:cubicBezTo>
                    <a:pt x="0" y="1168"/>
                    <a:pt x="334" y="1501"/>
                    <a:pt x="767" y="1501"/>
                  </a:cubicBezTo>
                  <a:lnTo>
                    <a:pt x="15478" y="1501"/>
                  </a:lnTo>
                  <a:cubicBezTo>
                    <a:pt x="15845" y="1501"/>
                    <a:pt x="16178" y="1168"/>
                    <a:pt x="16245" y="734"/>
                  </a:cubicBezTo>
                  <a:cubicBezTo>
                    <a:pt x="16245" y="334"/>
                    <a:pt x="15911" y="0"/>
                    <a:pt x="154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5"/>
            <p:cNvSpPr/>
            <p:nvPr/>
          </p:nvSpPr>
          <p:spPr>
            <a:xfrm flipH="1">
              <a:off x="7746241" y="2182487"/>
              <a:ext cx="459054" cy="403941"/>
            </a:xfrm>
            <a:custGeom>
              <a:rect b="b" l="l" r="r" t="t"/>
              <a:pathLst>
                <a:path extrusionOk="0" h="17935" w="20382">
                  <a:moveTo>
                    <a:pt x="10168" y="0"/>
                  </a:moveTo>
                  <a:cubicBezTo>
                    <a:pt x="9012" y="0"/>
                    <a:pt x="7837" y="224"/>
                    <a:pt x="6705" y="695"/>
                  </a:cubicBezTo>
                  <a:cubicBezTo>
                    <a:pt x="2135" y="2629"/>
                    <a:pt x="0" y="7866"/>
                    <a:pt x="1935" y="12436"/>
                  </a:cubicBezTo>
                  <a:cubicBezTo>
                    <a:pt x="3366" y="15874"/>
                    <a:pt x="6703" y="17934"/>
                    <a:pt x="10214" y="17934"/>
                  </a:cubicBezTo>
                  <a:cubicBezTo>
                    <a:pt x="11370" y="17934"/>
                    <a:pt x="12545" y="17711"/>
                    <a:pt x="13677" y="17240"/>
                  </a:cubicBezTo>
                  <a:cubicBezTo>
                    <a:pt x="18213" y="15305"/>
                    <a:pt x="20382" y="10035"/>
                    <a:pt x="18447" y="5498"/>
                  </a:cubicBezTo>
                  <a:cubicBezTo>
                    <a:pt x="17017" y="2060"/>
                    <a:pt x="13679" y="0"/>
                    <a:pt x="101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45"/>
            <p:cNvSpPr/>
            <p:nvPr/>
          </p:nvSpPr>
          <p:spPr>
            <a:xfrm flipH="1">
              <a:off x="7789057" y="2220010"/>
              <a:ext cx="372657" cy="328874"/>
            </a:xfrm>
            <a:custGeom>
              <a:rect b="b" l="l" r="r" t="t"/>
              <a:pathLst>
                <a:path extrusionOk="0" h="14602" w="16546">
                  <a:moveTo>
                    <a:pt x="8253" y="1"/>
                  </a:moveTo>
                  <a:cubicBezTo>
                    <a:pt x="5369" y="1"/>
                    <a:pt x="2643" y="1723"/>
                    <a:pt x="1501" y="4566"/>
                  </a:cubicBezTo>
                  <a:cubicBezTo>
                    <a:pt x="0" y="8302"/>
                    <a:pt x="1801" y="12572"/>
                    <a:pt x="5537" y="14073"/>
                  </a:cubicBezTo>
                  <a:cubicBezTo>
                    <a:pt x="6431" y="14432"/>
                    <a:pt x="7353" y="14602"/>
                    <a:pt x="8259" y="14602"/>
                  </a:cubicBezTo>
                  <a:cubicBezTo>
                    <a:pt x="11143" y="14602"/>
                    <a:pt x="13869" y="12879"/>
                    <a:pt x="15011" y="10037"/>
                  </a:cubicBezTo>
                  <a:cubicBezTo>
                    <a:pt x="16545" y="6301"/>
                    <a:pt x="14744" y="2064"/>
                    <a:pt x="10975" y="530"/>
                  </a:cubicBezTo>
                  <a:cubicBezTo>
                    <a:pt x="10081" y="171"/>
                    <a:pt x="9159" y="1"/>
                    <a:pt x="82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5"/>
            <p:cNvSpPr/>
            <p:nvPr/>
          </p:nvSpPr>
          <p:spPr>
            <a:xfrm>
              <a:off x="7876962" y="2246946"/>
              <a:ext cx="198356" cy="273491"/>
            </a:xfrm>
            <a:custGeom>
              <a:rect b="b" l="l" r="r" t="t"/>
              <a:pathLst>
                <a:path extrusionOk="0" h="12143" w="8807">
                  <a:moveTo>
                    <a:pt x="3469" y="3103"/>
                  </a:moveTo>
                  <a:cubicBezTo>
                    <a:pt x="3970" y="3136"/>
                    <a:pt x="4470" y="3170"/>
                    <a:pt x="4970" y="3170"/>
                  </a:cubicBezTo>
                  <a:cubicBezTo>
                    <a:pt x="5137" y="3203"/>
                    <a:pt x="5337" y="3270"/>
                    <a:pt x="5504" y="3337"/>
                  </a:cubicBezTo>
                  <a:cubicBezTo>
                    <a:pt x="5871" y="3503"/>
                    <a:pt x="6105" y="3837"/>
                    <a:pt x="6105" y="4237"/>
                  </a:cubicBezTo>
                  <a:cubicBezTo>
                    <a:pt x="6105" y="4704"/>
                    <a:pt x="5838" y="4971"/>
                    <a:pt x="5471" y="5138"/>
                  </a:cubicBezTo>
                  <a:cubicBezTo>
                    <a:pt x="4970" y="5305"/>
                    <a:pt x="4470" y="5338"/>
                    <a:pt x="3970" y="5338"/>
                  </a:cubicBezTo>
                  <a:lnTo>
                    <a:pt x="3469" y="5338"/>
                  </a:lnTo>
                  <a:lnTo>
                    <a:pt x="3469" y="3103"/>
                  </a:lnTo>
                  <a:close/>
                  <a:moveTo>
                    <a:pt x="4403" y="6455"/>
                  </a:moveTo>
                  <a:cubicBezTo>
                    <a:pt x="4712" y="6455"/>
                    <a:pt x="5020" y="6472"/>
                    <a:pt x="5337" y="6539"/>
                  </a:cubicBezTo>
                  <a:cubicBezTo>
                    <a:pt x="5538" y="6639"/>
                    <a:pt x="5804" y="6672"/>
                    <a:pt x="6005" y="6806"/>
                  </a:cubicBezTo>
                  <a:cubicBezTo>
                    <a:pt x="6438" y="7006"/>
                    <a:pt x="6605" y="7306"/>
                    <a:pt x="6605" y="7773"/>
                  </a:cubicBezTo>
                  <a:cubicBezTo>
                    <a:pt x="6605" y="8207"/>
                    <a:pt x="6338" y="8507"/>
                    <a:pt x="5971" y="8674"/>
                  </a:cubicBezTo>
                  <a:cubicBezTo>
                    <a:pt x="5471" y="8874"/>
                    <a:pt x="4870" y="8974"/>
                    <a:pt x="4337" y="8974"/>
                  </a:cubicBezTo>
                  <a:lnTo>
                    <a:pt x="3469" y="8974"/>
                  </a:lnTo>
                  <a:lnTo>
                    <a:pt x="3469" y="6472"/>
                  </a:lnTo>
                  <a:cubicBezTo>
                    <a:pt x="3786" y="6472"/>
                    <a:pt x="4095" y="6455"/>
                    <a:pt x="4403" y="6455"/>
                  </a:cubicBezTo>
                  <a:close/>
                  <a:moveTo>
                    <a:pt x="2269" y="1"/>
                  </a:moveTo>
                  <a:lnTo>
                    <a:pt x="2269" y="1836"/>
                  </a:lnTo>
                  <a:lnTo>
                    <a:pt x="0" y="1836"/>
                  </a:lnTo>
                  <a:lnTo>
                    <a:pt x="0" y="3003"/>
                  </a:lnTo>
                  <a:lnTo>
                    <a:pt x="934" y="3003"/>
                  </a:lnTo>
                  <a:cubicBezTo>
                    <a:pt x="1268" y="3003"/>
                    <a:pt x="1468" y="3270"/>
                    <a:pt x="1468" y="3603"/>
                  </a:cubicBezTo>
                  <a:lnTo>
                    <a:pt x="1468" y="5838"/>
                  </a:lnTo>
                  <a:lnTo>
                    <a:pt x="1468" y="8440"/>
                  </a:lnTo>
                  <a:cubicBezTo>
                    <a:pt x="1468" y="8774"/>
                    <a:pt x="1335" y="8941"/>
                    <a:pt x="1001" y="8941"/>
                  </a:cubicBezTo>
                  <a:lnTo>
                    <a:pt x="200" y="8941"/>
                  </a:lnTo>
                  <a:cubicBezTo>
                    <a:pt x="167" y="9374"/>
                    <a:pt x="100" y="9808"/>
                    <a:pt x="0" y="10275"/>
                  </a:cubicBezTo>
                  <a:lnTo>
                    <a:pt x="2269" y="10275"/>
                  </a:lnTo>
                  <a:lnTo>
                    <a:pt x="2269" y="12143"/>
                  </a:lnTo>
                  <a:lnTo>
                    <a:pt x="3369" y="12143"/>
                  </a:lnTo>
                  <a:lnTo>
                    <a:pt x="3369" y="10308"/>
                  </a:lnTo>
                  <a:lnTo>
                    <a:pt x="4270" y="10308"/>
                  </a:lnTo>
                  <a:lnTo>
                    <a:pt x="4270" y="12143"/>
                  </a:lnTo>
                  <a:lnTo>
                    <a:pt x="5371" y="12143"/>
                  </a:lnTo>
                  <a:lnTo>
                    <a:pt x="5371" y="10342"/>
                  </a:lnTo>
                  <a:cubicBezTo>
                    <a:pt x="5971" y="10208"/>
                    <a:pt x="6505" y="10175"/>
                    <a:pt x="7039" y="10008"/>
                  </a:cubicBezTo>
                  <a:cubicBezTo>
                    <a:pt x="8006" y="9741"/>
                    <a:pt x="8606" y="9141"/>
                    <a:pt x="8706" y="8140"/>
                  </a:cubicBezTo>
                  <a:cubicBezTo>
                    <a:pt x="8773" y="8007"/>
                    <a:pt x="8773" y="7840"/>
                    <a:pt x="8773" y="7706"/>
                  </a:cubicBezTo>
                  <a:cubicBezTo>
                    <a:pt x="8807" y="6639"/>
                    <a:pt x="8306" y="5972"/>
                    <a:pt x="7272" y="5672"/>
                  </a:cubicBezTo>
                  <a:cubicBezTo>
                    <a:pt x="7272" y="5672"/>
                    <a:pt x="7205" y="5638"/>
                    <a:pt x="7172" y="5638"/>
                  </a:cubicBezTo>
                  <a:lnTo>
                    <a:pt x="7205" y="5572"/>
                  </a:lnTo>
                  <a:cubicBezTo>
                    <a:pt x="8106" y="5038"/>
                    <a:pt x="8373" y="4104"/>
                    <a:pt x="7973" y="3136"/>
                  </a:cubicBezTo>
                  <a:cubicBezTo>
                    <a:pt x="7706" y="2603"/>
                    <a:pt x="7305" y="2303"/>
                    <a:pt x="6772" y="2136"/>
                  </a:cubicBezTo>
                  <a:cubicBezTo>
                    <a:pt x="6371" y="2002"/>
                    <a:pt x="5971" y="1969"/>
                    <a:pt x="5538" y="1869"/>
                  </a:cubicBezTo>
                  <a:cubicBezTo>
                    <a:pt x="5471" y="1869"/>
                    <a:pt x="5437" y="1869"/>
                    <a:pt x="5437" y="1735"/>
                  </a:cubicBezTo>
                  <a:lnTo>
                    <a:pt x="5437" y="968"/>
                  </a:lnTo>
                  <a:lnTo>
                    <a:pt x="5437" y="1"/>
                  </a:lnTo>
                  <a:lnTo>
                    <a:pt x="4303" y="1"/>
                  </a:lnTo>
                  <a:lnTo>
                    <a:pt x="4303" y="1802"/>
                  </a:lnTo>
                  <a:cubicBezTo>
                    <a:pt x="4103" y="1802"/>
                    <a:pt x="3903" y="1817"/>
                    <a:pt x="3693" y="1817"/>
                  </a:cubicBezTo>
                  <a:cubicBezTo>
                    <a:pt x="3588" y="1817"/>
                    <a:pt x="3480" y="1813"/>
                    <a:pt x="3369" y="1802"/>
                  </a:cubicBezTo>
                  <a:lnTo>
                    <a:pt x="33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5"/>
            <p:cNvSpPr/>
            <p:nvPr/>
          </p:nvSpPr>
          <p:spPr>
            <a:xfrm>
              <a:off x="7253082" y="1584312"/>
              <a:ext cx="856486" cy="541711"/>
            </a:xfrm>
            <a:custGeom>
              <a:rect b="b" l="l" r="r" t="t"/>
              <a:pathLst>
                <a:path extrusionOk="0" h="24052" w="38028">
                  <a:moveTo>
                    <a:pt x="3036" y="1"/>
                  </a:moveTo>
                  <a:cubicBezTo>
                    <a:pt x="1368" y="1"/>
                    <a:pt x="1" y="1368"/>
                    <a:pt x="1" y="3036"/>
                  </a:cubicBezTo>
                  <a:lnTo>
                    <a:pt x="1" y="21016"/>
                  </a:lnTo>
                  <a:cubicBezTo>
                    <a:pt x="1" y="22684"/>
                    <a:pt x="1368" y="24051"/>
                    <a:pt x="3036" y="24051"/>
                  </a:cubicBezTo>
                  <a:lnTo>
                    <a:pt x="34926" y="24051"/>
                  </a:lnTo>
                  <a:cubicBezTo>
                    <a:pt x="36627" y="24051"/>
                    <a:pt x="37961" y="22684"/>
                    <a:pt x="38028" y="21016"/>
                  </a:cubicBezTo>
                  <a:lnTo>
                    <a:pt x="38028" y="3036"/>
                  </a:lnTo>
                  <a:cubicBezTo>
                    <a:pt x="38028" y="1368"/>
                    <a:pt x="36627" y="1"/>
                    <a:pt x="349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5"/>
            <p:cNvSpPr/>
            <p:nvPr/>
          </p:nvSpPr>
          <p:spPr>
            <a:xfrm flipH="1">
              <a:off x="7298471" y="1551271"/>
              <a:ext cx="856486" cy="541689"/>
            </a:xfrm>
            <a:custGeom>
              <a:rect b="b" l="l" r="r" t="t"/>
              <a:pathLst>
                <a:path extrusionOk="0" h="24051" w="38028">
                  <a:moveTo>
                    <a:pt x="3036" y="0"/>
                  </a:moveTo>
                  <a:cubicBezTo>
                    <a:pt x="1368" y="0"/>
                    <a:pt x="0" y="1368"/>
                    <a:pt x="0" y="3036"/>
                  </a:cubicBezTo>
                  <a:lnTo>
                    <a:pt x="0" y="21015"/>
                  </a:lnTo>
                  <a:cubicBezTo>
                    <a:pt x="0" y="22683"/>
                    <a:pt x="1368" y="24051"/>
                    <a:pt x="3036" y="24051"/>
                  </a:cubicBezTo>
                  <a:lnTo>
                    <a:pt x="34992" y="24051"/>
                  </a:lnTo>
                  <a:cubicBezTo>
                    <a:pt x="36660" y="24051"/>
                    <a:pt x="38028" y="22683"/>
                    <a:pt x="38028" y="21015"/>
                  </a:cubicBezTo>
                  <a:lnTo>
                    <a:pt x="38028" y="3036"/>
                  </a:lnTo>
                  <a:cubicBezTo>
                    <a:pt x="38028" y="1368"/>
                    <a:pt x="36660" y="0"/>
                    <a:pt x="349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5"/>
            <p:cNvSpPr/>
            <p:nvPr/>
          </p:nvSpPr>
          <p:spPr>
            <a:xfrm flipH="1">
              <a:off x="7396129" y="1627150"/>
              <a:ext cx="653648" cy="97680"/>
            </a:xfrm>
            <a:custGeom>
              <a:rect b="b" l="l" r="r" t="t"/>
              <a:pathLst>
                <a:path extrusionOk="0" h="4337" w="29022">
                  <a:moveTo>
                    <a:pt x="2169" y="0"/>
                  </a:moveTo>
                  <a:cubicBezTo>
                    <a:pt x="968" y="0"/>
                    <a:pt x="0" y="968"/>
                    <a:pt x="0" y="2168"/>
                  </a:cubicBezTo>
                  <a:cubicBezTo>
                    <a:pt x="0" y="3369"/>
                    <a:pt x="968" y="4337"/>
                    <a:pt x="2169" y="4337"/>
                  </a:cubicBezTo>
                  <a:lnTo>
                    <a:pt x="26853" y="4337"/>
                  </a:lnTo>
                  <a:cubicBezTo>
                    <a:pt x="28020" y="4337"/>
                    <a:pt x="28988" y="3369"/>
                    <a:pt x="29021" y="2168"/>
                  </a:cubicBezTo>
                  <a:cubicBezTo>
                    <a:pt x="29021" y="968"/>
                    <a:pt x="28054" y="0"/>
                    <a:pt x="268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5"/>
            <p:cNvSpPr/>
            <p:nvPr/>
          </p:nvSpPr>
          <p:spPr>
            <a:xfrm flipH="1">
              <a:off x="7396129" y="1627150"/>
              <a:ext cx="271238" cy="97680"/>
            </a:xfrm>
            <a:custGeom>
              <a:rect b="b" l="l" r="r" t="t"/>
              <a:pathLst>
                <a:path extrusionOk="0" h="4337" w="12043">
                  <a:moveTo>
                    <a:pt x="0" y="0"/>
                  </a:moveTo>
                  <a:lnTo>
                    <a:pt x="0" y="4337"/>
                  </a:lnTo>
                  <a:lnTo>
                    <a:pt x="9874" y="4337"/>
                  </a:lnTo>
                  <a:cubicBezTo>
                    <a:pt x="11075" y="4337"/>
                    <a:pt x="12042" y="3369"/>
                    <a:pt x="12042" y="2168"/>
                  </a:cubicBezTo>
                  <a:cubicBezTo>
                    <a:pt x="12009" y="968"/>
                    <a:pt x="11041" y="0"/>
                    <a:pt x="98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5"/>
            <p:cNvSpPr/>
            <p:nvPr/>
          </p:nvSpPr>
          <p:spPr>
            <a:xfrm flipH="1">
              <a:off x="7613268" y="1627060"/>
              <a:ext cx="108941" cy="97860"/>
            </a:xfrm>
            <a:custGeom>
              <a:rect b="b" l="l" r="r" t="t"/>
              <a:pathLst>
                <a:path extrusionOk="0" h="4345" w="4837">
                  <a:moveTo>
                    <a:pt x="2427" y="0"/>
                  </a:moveTo>
                  <a:cubicBezTo>
                    <a:pt x="2209" y="0"/>
                    <a:pt x="1986" y="34"/>
                    <a:pt x="1768" y="104"/>
                  </a:cubicBezTo>
                  <a:cubicBezTo>
                    <a:pt x="634" y="471"/>
                    <a:pt x="0" y="1672"/>
                    <a:pt x="367" y="2840"/>
                  </a:cubicBezTo>
                  <a:cubicBezTo>
                    <a:pt x="636" y="3755"/>
                    <a:pt x="1493" y="4345"/>
                    <a:pt x="2410" y="4345"/>
                  </a:cubicBezTo>
                  <a:cubicBezTo>
                    <a:pt x="2628" y="4345"/>
                    <a:pt x="2851" y="4311"/>
                    <a:pt x="3069" y="4241"/>
                  </a:cubicBezTo>
                  <a:cubicBezTo>
                    <a:pt x="4203" y="3874"/>
                    <a:pt x="4837" y="2673"/>
                    <a:pt x="4470" y="1505"/>
                  </a:cubicBezTo>
                  <a:cubicBezTo>
                    <a:pt x="4201" y="590"/>
                    <a:pt x="3344" y="0"/>
                    <a:pt x="2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5"/>
            <p:cNvSpPr/>
            <p:nvPr/>
          </p:nvSpPr>
          <p:spPr>
            <a:xfrm flipH="1">
              <a:off x="7396129" y="1757105"/>
              <a:ext cx="653648" cy="97703"/>
            </a:xfrm>
            <a:custGeom>
              <a:rect b="b" l="l" r="r" t="t"/>
              <a:pathLst>
                <a:path extrusionOk="0" h="4338" w="29022">
                  <a:moveTo>
                    <a:pt x="2169" y="1"/>
                  </a:moveTo>
                  <a:cubicBezTo>
                    <a:pt x="968" y="1"/>
                    <a:pt x="0" y="935"/>
                    <a:pt x="0" y="2169"/>
                  </a:cubicBezTo>
                  <a:cubicBezTo>
                    <a:pt x="0" y="3370"/>
                    <a:pt x="968" y="4337"/>
                    <a:pt x="2169" y="4337"/>
                  </a:cubicBezTo>
                  <a:lnTo>
                    <a:pt x="26853" y="4337"/>
                  </a:lnTo>
                  <a:cubicBezTo>
                    <a:pt x="28020" y="4337"/>
                    <a:pt x="28988" y="3370"/>
                    <a:pt x="29021" y="2169"/>
                  </a:cubicBezTo>
                  <a:cubicBezTo>
                    <a:pt x="29021" y="935"/>
                    <a:pt x="28054" y="1"/>
                    <a:pt x="26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5"/>
            <p:cNvSpPr/>
            <p:nvPr/>
          </p:nvSpPr>
          <p:spPr>
            <a:xfrm flipH="1">
              <a:off x="7396129" y="1887082"/>
              <a:ext cx="653648" cy="97703"/>
            </a:xfrm>
            <a:custGeom>
              <a:rect b="b" l="l" r="r" t="t"/>
              <a:pathLst>
                <a:path extrusionOk="0" h="4338" w="29022">
                  <a:moveTo>
                    <a:pt x="2169" y="1"/>
                  </a:moveTo>
                  <a:cubicBezTo>
                    <a:pt x="968" y="1"/>
                    <a:pt x="0" y="968"/>
                    <a:pt x="0" y="2169"/>
                  </a:cubicBezTo>
                  <a:cubicBezTo>
                    <a:pt x="0" y="3403"/>
                    <a:pt x="968" y="4337"/>
                    <a:pt x="2169" y="4337"/>
                  </a:cubicBezTo>
                  <a:lnTo>
                    <a:pt x="26853" y="4337"/>
                  </a:lnTo>
                  <a:cubicBezTo>
                    <a:pt x="28020" y="4337"/>
                    <a:pt x="28988" y="3403"/>
                    <a:pt x="29021" y="2169"/>
                  </a:cubicBezTo>
                  <a:cubicBezTo>
                    <a:pt x="29021" y="968"/>
                    <a:pt x="28054" y="1"/>
                    <a:pt x="26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5"/>
            <p:cNvSpPr/>
            <p:nvPr/>
          </p:nvSpPr>
          <p:spPr>
            <a:xfrm flipH="1">
              <a:off x="7396129" y="1757870"/>
              <a:ext cx="389955" cy="97680"/>
            </a:xfrm>
            <a:custGeom>
              <a:rect b="b" l="l" r="r" t="t"/>
              <a:pathLst>
                <a:path extrusionOk="0" h="4337" w="17314">
                  <a:moveTo>
                    <a:pt x="1" y="0"/>
                  </a:moveTo>
                  <a:lnTo>
                    <a:pt x="1" y="4337"/>
                  </a:lnTo>
                  <a:lnTo>
                    <a:pt x="15145" y="4337"/>
                  </a:lnTo>
                  <a:cubicBezTo>
                    <a:pt x="16346" y="4337"/>
                    <a:pt x="17313" y="3369"/>
                    <a:pt x="17313" y="2169"/>
                  </a:cubicBezTo>
                  <a:cubicBezTo>
                    <a:pt x="17280" y="968"/>
                    <a:pt x="16312" y="0"/>
                    <a:pt x="15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5"/>
            <p:cNvSpPr/>
            <p:nvPr/>
          </p:nvSpPr>
          <p:spPr>
            <a:xfrm flipH="1">
              <a:off x="7396129" y="1887082"/>
              <a:ext cx="250202" cy="97703"/>
            </a:xfrm>
            <a:custGeom>
              <a:rect b="b" l="l" r="r" t="t"/>
              <a:pathLst>
                <a:path extrusionOk="0" h="4338" w="11109">
                  <a:moveTo>
                    <a:pt x="0" y="1"/>
                  </a:moveTo>
                  <a:lnTo>
                    <a:pt x="0" y="4337"/>
                  </a:lnTo>
                  <a:lnTo>
                    <a:pt x="8940" y="4337"/>
                  </a:lnTo>
                  <a:cubicBezTo>
                    <a:pt x="10141" y="4337"/>
                    <a:pt x="11108" y="3403"/>
                    <a:pt x="11108" y="2169"/>
                  </a:cubicBezTo>
                  <a:cubicBezTo>
                    <a:pt x="11075" y="968"/>
                    <a:pt x="10107" y="1"/>
                    <a:pt x="89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5"/>
            <p:cNvSpPr/>
            <p:nvPr/>
          </p:nvSpPr>
          <p:spPr>
            <a:xfrm flipH="1">
              <a:off x="7737232" y="1757105"/>
              <a:ext cx="97680" cy="97703"/>
            </a:xfrm>
            <a:custGeom>
              <a:rect b="b" l="l" r="r" t="t"/>
              <a:pathLst>
                <a:path extrusionOk="0" h="4338" w="4337">
                  <a:moveTo>
                    <a:pt x="2169" y="1"/>
                  </a:moveTo>
                  <a:cubicBezTo>
                    <a:pt x="968" y="1"/>
                    <a:pt x="1" y="935"/>
                    <a:pt x="1" y="2169"/>
                  </a:cubicBezTo>
                  <a:cubicBezTo>
                    <a:pt x="1" y="3370"/>
                    <a:pt x="968" y="4337"/>
                    <a:pt x="2169" y="4337"/>
                  </a:cubicBezTo>
                  <a:cubicBezTo>
                    <a:pt x="3370" y="4337"/>
                    <a:pt x="4337" y="3370"/>
                    <a:pt x="4337" y="2169"/>
                  </a:cubicBezTo>
                  <a:cubicBezTo>
                    <a:pt x="4337" y="935"/>
                    <a:pt x="3336" y="1"/>
                    <a:pt x="2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5"/>
            <p:cNvSpPr/>
            <p:nvPr/>
          </p:nvSpPr>
          <p:spPr>
            <a:xfrm flipH="1">
              <a:off x="7601985" y="1887082"/>
              <a:ext cx="97703" cy="97703"/>
            </a:xfrm>
            <a:custGeom>
              <a:rect b="b" l="l" r="r" t="t"/>
              <a:pathLst>
                <a:path extrusionOk="0" h="4338" w="4338">
                  <a:moveTo>
                    <a:pt x="2169" y="1"/>
                  </a:moveTo>
                  <a:cubicBezTo>
                    <a:pt x="968" y="1"/>
                    <a:pt x="1" y="968"/>
                    <a:pt x="1" y="2169"/>
                  </a:cubicBezTo>
                  <a:cubicBezTo>
                    <a:pt x="1" y="3370"/>
                    <a:pt x="968" y="4337"/>
                    <a:pt x="2169" y="4337"/>
                  </a:cubicBezTo>
                  <a:cubicBezTo>
                    <a:pt x="3370" y="4337"/>
                    <a:pt x="4337" y="3370"/>
                    <a:pt x="4337" y="2169"/>
                  </a:cubicBezTo>
                  <a:cubicBezTo>
                    <a:pt x="4337" y="968"/>
                    <a:pt x="3370" y="1"/>
                    <a:pt x="2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5"/>
            <p:cNvSpPr/>
            <p:nvPr/>
          </p:nvSpPr>
          <p:spPr>
            <a:xfrm flipH="1">
              <a:off x="6699267" y="4352378"/>
              <a:ext cx="649121" cy="791125"/>
            </a:xfrm>
            <a:custGeom>
              <a:rect b="b" l="l" r="r" t="t"/>
              <a:pathLst>
                <a:path extrusionOk="0" h="35126" w="28821">
                  <a:moveTo>
                    <a:pt x="0" y="0"/>
                  </a:moveTo>
                  <a:lnTo>
                    <a:pt x="2502" y="20848"/>
                  </a:lnTo>
                  <a:lnTo>
                    <a:pt x="5404" y="35125"/>
                  </a:lnTo>
                  <a:lnTo>
                    <a:pt x="28821" y="35125"/>
                  </a:lnTo>
                  <a:lnTo>
                    <a:pt x="183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5"/>
            <p:cNvSpPr/>
            <p:nvPr/>
          </p:nvSpPr>
          <p:spPr>
            <a:xfrm flipH="1">
              <a:off x="7275505" y="4352378"/>
              <a:ext cx="672409" cy="791125"/>
            </a:xfrm>
            <a:custGeom>
              <a:rect b="b" l="l" r="r" t="t"/>
              <a:pathLst>
                <a:path extrusionOk="0" h="35126" w="29855">
                  <a:moveTo>
                    <a:pt x="10474" y="0"/>
                  </a:moveTo>
                  <a:lnTo>
                    <a:pt x="0" y="35125"/>
                  </a:lnTo>
                  <a:lnTo>
                    <a:pt x="26752" y="35125"/>
                  </a:lnTo>
                  <a:lnTo>
                    <a:pt x="29855" y="20915"/>
                  </a:lnTo>
                  <a:lnTo>
                    <a:pt x="2882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5"/>
            <p:cNvSpPr/>
            <p:nvPr/>
          </p:nvSpPr>
          <p:spPr>
            <a:xfrm flipH="1">
              <a:off x="6809695" y="4352378"/>
              <a:ext cx="257725" cy="424482"/>
            </a:xfrm>
            <a:custGeom>
              <a:rect b="b" l="l" r="r" t="t"/>
              <a:pathLst>
                <a:path extrusionOk="0" h="18847" w="11443">
                  <a:moveTo>
                    <a:pt x="1" y="0"/>
                  </a:moveTo>
                  <a:cubicBezTo>
                    <a:pt x="334" y="5671"/>
                    <a:pt x="2602" y="11275"/>
                    <a:pt x="6439" y="15511"/>
                  </a:cubicBezTo>
                  <a:cubicBezTo>
                    <a:pt x="7573" y="16812"/>
                    <a:pt x="8907" y="17980"/>
                    <a:pt x="10508" y="18647"/>
                  </a:cubicBezTo>
                  <a:cubicBezTo>
                    <a:pt x="10775" y="18780"/>
                    <a:pt x="11109" y="18814"/>
                    <a:pt x="11442" y="18847"/>
                  </a:cubicBezTo>
                  <a:lnTo>
                    <a:pt x="58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5"/>
            <p:cNvSpPr/>
            <p:nvPr/>
          </p:nvSpPr>
          <p:spPr>
            <a:xfrm flipH="1">
              <a:off x="7570009" y="4352378"/>
              <a:ext cx="268986" cy="424482"/>
            </a:xfrm>
            <a:custGeom>
              <a:rect b="b" l="l" r="r" t="t"/>
              <a:pathLst>
                <a:path extrusionOk="0" h="18847" w="11943">
                  <a:moveTo>
                    <a:pt x="5638" y="0"/>
                  </a:moveTo>
                  <a:lnTo>
                    <a:pt x="1" y="18847"/>
                  </a:lnTo>
                  <a:cubicBezTo>
                    <a:pt x="501" y="18847"/>
                    <a:pt x="1002" y="18814"/>
                    <a:pt x="1435" y="18647"/>
                  </a:cubicBezTo>
                  <a:cubicBezTo>
                    <a:pt x="3003" y="17980"/>
                    <a:pt x="4304" y="16812"/>
                    <a:pt x="5471" y="15511"/>
                  </a:cubicBezTo>
                  <a:cubicBezTo>
                    <a:pt x="9274" y="11275"/>
                    <a:pt x="11576" y="5738"/>
                    <a:pt x="119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5"/>
            <p:cNvSpPr/>
            <p:nvPr/>
          </p:nvSpPr>
          <p:spPr>
            <a:xfrm flipH="1">
              <a:off x="7251451" y="4352378"/>
              <a:ext cx="84932" cy="471824"/>
            </a:xfrm>
            <a:custGeom>
              <a:rect b="b" l="l" r="r" t="t"/>
              <a:pathLst>
                <a:path extrusionOk="0" h="20949" w="3771">
                  <a:moveTo>
                    <a:pt x="1" y="0"/>
                  </a:moveTo>
                  <a:cubicBezTo>
                    <a:pt x="668" y="6972"/>
                    <a:pt x="1302" y="13943"/>
                    <a:pt x="1969" y="20848"/>
                  </a:cubicBezTo>
                  <a:cubicBezTo>
                    <a:pt x="2503" y="20915"/>
                    <a:pt x="3103" y="20915"/>
                    <a:pt x="3637" y="20948"/>
                  </a:cubicBezTo>
                  <a:cubicBezTo>
                    <a:pt x="3770" y="13977"/>
                    <a:pt x="3470" y="6972"/>
                    <a:pt x="27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5"/>
            <p:cNvSpPr/>
            <p:nvPr/>
          </p:nvSpPr>
          <p:spPr>
            <a:xfrm flipH="1">
              <a:off x="7101203" y="2657470"/>
              <a:ext cx="168311" cy="266734"/>
            </a:xfrm>
            <a:custGeom>
              <a:rect b="b" l="l" r="r" t="t"/>
              <a:pathLst>
                <a:path extrusionOk="0" h="11843" w="7473">
                  <a:moveTo>
                    <a:pt x="5504" y="0"/>
                  </a:moveTo>
                  <a:cubicBezTo>
                    <a:pt x="4637" y="667"/>
                    <a:pt x="3737" y="1301"/>
                    <a:pt x="2869" y="1968"/>
                  </a:cubicBezTo>
                  <a:cubicBezTo>
                    <a:pt x="1" y="4136"/>
                    <a:pt x="1068" y="8773"/>
                    <a:pt x="2736" y="11842"/>
                  </a:cubicBezTo>
                  <a:cubicBezTo>
                    <a:pt x="4304" y="10141"/>
                    <a:pt x="5871" y="8340"/>
                    <a:pt x="6672" y="6205"/>
                  </a:cubicBezTo>
                  <a:cubicBezTo>
                    <a:pt x="7473" y="4103"/>
                    <a:pt x="7239" y="1501"/>
                    <a:pt x="55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5"/>
            <p:cNvSpPr/>
            <p:nvPr/>
          </p:nvSpPr>
          <p:spPr>
            <a:xfrm flipH="1">
              <a:off x="6527961" y="3689744"/>
              <a:ext cx="455315" cy="513896"/>
            </a:xfrm>
            <a:custGeom>
              <a:rect b="b" l="l" r="r" t="t"/>
              <a:pathLst>
                <a:path extrusionOk="0" h="22817" w="20216">
                  <a:moveTo>
                    <a:pt x="10275" y="0"/>
                  </a:moveTo>
                  <a:lnTo>
                    <a:pt x="1" y="5504"/>
                  </a:lnTo>
                  <a:lnTo>
                    <a:pt x="368" y="15978"/>
                  </a:lnTo>
                  <a:lnTo>
                    <a:pt x="10275" y="22816"/>
                  </a:lnTo>
                  <a:lnTo>
                    <a:pt x="20215" y="16512"/>
                  </a:lnTo>
                  <a:lnTo>
                    <a:pt x="10275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5"/>
            <p:cNvSpPr/>
            <p:nvPr/>
          </p:nvSpPr>
          <p:spPr>
            <a:xfrm flipH="1">
              <a:off x="6649672" y="3689744"/>
              <a:ext cx="333603" cy="249437"/>
            </a:xfrm>
            <a:custGeom>
              <a:rect b="b" l="l" r="r" t="t"/>
              <a:pathLst>
                <a:path extrusionOk="0" h="11075" w="14812">
                  <a:moveTo>
                    <a:pt x="10275" y="0"/>
                  </a:moveTo>
                  <a:lnTo>
                    <a:pt x="1" y="5504"/>
                  </a:lnTo>
                  <a:lnTo>
                    <a:pt x="201" y="11075"/>
                  </a:lnTo>
                  <a:lnTo>
                    <a:pt x="14811" y="7539"/>
                  </a:lnTo>
                  <a:lnTo>
                    <a:pt x="10275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5"/>
            <p:cNvSpPr/>
            <p:nvPr/>
          </p:nvSpPr>
          <p:spPr>
            <a:xfrm flipH="1">
              <a:off x="6671474" y="3243460"/>
              <a:ext cx="455292" cy="697229"/>
            </a:xfrm>
            <a:custGeom>
              <a:rect b="b" l="l" r="r" t="t"/>
              <a:pathLst>
                <a:path extrusionOk="0" h="30957" w="20215">
                  <a:moveTo>
                    <a:pt x="0" y="1"/>
                  </a:moveTo>
                  <a:lnTo>
                    <a:pt x="2402" y="30956"/>
                  </a:lnTo>
                  <a:cubicBezTo>
                    <a:pt x="2402" y="30956"/>
                    <a:pt x="15145" y="25319"/>
                    <a:pt x="20215" y="19448"/>
                  </a:cubicBezTo>
                  <a:lnTo>
                    <a:pt x="12076" y="7840"/>
                  </a:lnTo>
                  <a:cubicBezTo>
                    <a:pt x="9207" y="3770"/>
                    <a:pt x="4871" y="968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5"/>
            <p:cNvSpPr/>
            <p:nvPr/>
          </p:nvSpPr>
          <p:spPr>
            <a:xfrm flipH="1">
              <a:off x="6671474" y="3604834"/>
              <a:ext cx="410968" cy="335112"/>
            </a:xfrm>
            <a:custGeom>
              <a:rect b="b" l="l" r="r" t="t"/>
              <a:pathLst>
                <a:path extrusionOk="0" h="14879" w="18247">
                  <a:moveTo>
                    <a:pt x="15878" y="1"/>
                  </a:moveTo>
                  <a:lnTo>
                    <a:pt x="0" y="9474"/>
                  </a:lnTo>
                  <a:lnTo>
                    <a:pt x="401" y="14878"/>
                  </a:lnTo>
                  <a:cubicBezTo>
                    <a:pt x="401" y="14878"/>
                    <a:pt x="401" y="14878"/>
                    <a:pt x="401" y="14878"/>
                  </a:cubicBezTo>
                  <a:cubicBezTo>
                    <a:pt x="510" y="14878"/>
                    <a:pt x="13192" y="9290"/>
                    <a:pt x="18247" y="3403"/>
                  </a:cubicBezTo>
                  <a:lnTo>
                    <a:pt x="1587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5"/>
            <p:cNvSpPr/>
            <p:nvPr/>
          </p:nvSpPr>
          <p:spPr>
            <a:xfrm flipH="1">
              <a:off x="6903613" y="3243460"/>
              <a:ext cx="886531" cy="1156260"/>
            </a:xfrm>
            <a:custGeom>
              <a:rect b="b" l="l" r="r" t="t"/>
              <a:pathLst>
                <a:path extrusionOk="0" h="51338" w="39362">
                  <a:moveTo>
                    <a:pt x="29421" y="1"/>
                  </a:moveTo>
                  <a:lnTo>
                    <a:pt x="5838" y="1402"/>
                  </a:lnTo>
                  <a:lnTo>
                    <a:pt x="0" y="26486"/>
                  </a:lnTo>
                  <a:lnTo>
                    <a:pt x="3102" y="46868"/>
                  </a:lnTo>
                  <a:lnTo>
                    <a:pt x="1501" y="51338"/>
                  </a:lnTo>
                  <a:lnTo>
                    <a:pt x="39161" y="51338"/>
                  </a:lnTo>
                  <a:lnTo>
                    <a:pt x="38161" y="46634"/>
                  </a:lnTo>
                  <a:lnTo>
                    <a:pt x="39195" y="25552"/>
                  </a:lnTo>
                  <a:cubicBezTo>
                    <a:pt x="39361" y="22050"/>
                    <a:pt x="38661" y="18547"/>
                    <a:pt x="37093" y="15445"/>
                  </a:cubicBezTo>
                  <a:lnTo>
                    <a:pt x="2942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45"/>
            <p:cNvSpPr/>
            <p:nvPr/>
          </p:nvSpPr>
          <p:spPr>
            <a:xfrm flipH="1">
              <a:off x="7162802" y="3245713"/>
              <a:ext cx="466576" cy="319324"/>
            </a:xfrm>
            <a:custGeom>
              <a:rect b="b" l="l" r="r" t="t"/>
              <a:pathLst>
                <a:path extrusionOk="0" h="14178" w="20716">
                  <a:moveTo>
                    <a:pt x="20715" y="1"/>
                  </a:moveTo>
                  <a:lnTo>
                    <a:pt x="0" y="1235"/>
                  </a:lnTo>
                  <a:lnTo>
                    <a:pt x="12042" y="14178"/>
                  </a:lnTo>
                  <a:lnTo>
                    <a:pt x="207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45"/>
            <p:cNvSpPr/>
            <p:nvPr/>
          </p:nvSpPr>
          <p:spPr>
            <a:xfrm flipH="1">
              <a:off x="6820978" y="3914361"/>
              <a:ext cx="23" cy="23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close/>
                </a:path>
              </a:pathLst>
            </a:custGeom>
            <a:noFill/>
            <a:ln cap="flat" cmpd="sng" w="485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5"/>
            <p:cNvSpPr/>
            <p:nvPr/>
          </p:nvSpPr>
          <p:spPr>
            <a:xfrm>
              <a:off x="5226742" y="2703059"/>
              <a:ext cx="833963" cy="1374886"/>
            </a:xfrm>
            <a:custGeom>
              <a:rect b="b" l="l" r="r" t="t"/>
              <a:pathLst>
                <a:path extrusionOk="0" h="61045" w="37028">
                  <a:moveTo>
                    <a:pt x="5004" y="1"/>
                  </a:moveTo>
                  <a:cubicBezTo>
                    <a:pt x="2236" y="1"/>
                    <a:pt x="1" y="2203"/>
                    <a:pt x="1" y="5005"/>
                  </a:cubicBezTo>
                  <a:lnTo>
                    <a:pt x="1" y="56041"/>
                  </a:lnTo>
                  <a:cubicBezTo>
                    <a:pt x="1" y="58810"/>
                    <a:pt x="2202" y="61045"/>
                    <a:pt x="5004" y="61045"/>
                  </a:cubicBezTo>
                  <a:lnTo>
                    <a:pt x="31957" y="61045"/>
                  </a:lnTo>
                  <a:cubicBezTo>
                    <a:pt x="34759" y="61045"/>
                    <a:pt x="37027" y="58810"/>
                    <a:pt x="36960" y="56041"/>
                  </a:cubicBezTo>
                  <a:lnTo>
                    <a:pt x="36960" y="5005"/>
                  </a:lnTo>
                  <a:cubicBezTo>
                    <a:pt x="36960" y="2269"/>
                    <a:pt x="34759" y="1"/>
                    <a:pt x="31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4" name="Google Shape;584;p45"/>
            <p:cNvGrpSpPr/>
            <p:nvPr/>
          </p:nvGrpSpPr>
          <p:grpSpPr>
            <a:xfrm flipH="1">
              <a:off x="3814997" y="3827069"/>
              <a:ext cx="1021756" cy="332094"/>
              <a:chOff x="9165713" y="3174931"/>
              <a:chExt cx="1021756" cy="332094"/>
            </a:xfrm>
          </p:grpSpPr>
          <p:sp>
            <p:nvSpPr>
              <p:cNvPr id="585" name="Google Shape;585;p45"/>
              <p:cNvSpPr/>
              <p:nvPr/>
            </p:nvSpPr>
            <p:spPr>
              <a:xfrm flipH="1">
                <a:off x="9184497" y="3223016"/>
                <a:ext cx="1002972" cy="284009"/>
              </a:xfrm>
              <a:custGeom>
                <a:rect b="b" l="l" r="r" t="t"/>
                <a:pathLst>
                  <a:path extrusionOk="0" h="12610" w="44532">
                    <a:moveTo>
                      <a:pt x="6305" y="0"/>
                    </a:moveTo>
                    <a:cubicBezTo>
                      <a:pt x="2836" y="0"/>
                      <a:pt x="0" y="2836"/>
                      <a:pt x="0" y="6305"/>
                    </a:cubicBezTo>
                    <a:cubicBezTo>
                      <a:pt x="0" y="9774"/>
                      <a:pt x="2836" y="12609"/>
                      <a:pt x="6305" y="12609"/>
                    </a:cubicBezTo>
                    <a:lnTo>
                      <a:pt x="38227" y="12609"/>
                    </a:lnTo>
                    <a:cubicBezTo>
                      <a:pt x="41697" y="12609"/>
                      <a:pt x="44532" y="9774"/>
                      <a:pt x="44532" y="6305"/>
                    </a:cubicBezTo>
                    <a:cubicBezTo>
                      <a:pt x="44532" y="2836"/>
                      <a:pt x="41697" y="0"/>
                      <a:pt x="38227" y="0"/>
                    </a:cubicBezTo>
                    <a:close/>
                  </a:path>
                </a:pathLst>
              </a:custGeom>
              <a:solidFill>
                <a:srgbClr val="EDDEFF"/>
              </a:solidFill>
              <a:ln>
                <a:noFill/>
              </a:ln>
            </p:spPr>
            <p:txBody>
              <a:bodyPr anchorCtr="0" anchor="ctr" bIns="66500" lIns="66500" spcFirstLastPara="1" rIns="66500" wrap="square" tIns="66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45"/>
              <p:cNvSpPr/>
              <p:nvPr/>
            </p:nvSpPr>
            <p:spPr>
              <a:xfrm flipH="1">
                <a:off x="9165713" y="3174931"/>
                <a:ext cx="1002972" cy="284009"/>
              </a:xfrm>
              <a:custGeom>
                <a:rect b="b" l="l" r="r" t="t"/>
                <a:pathLst>
                  <a:path extrusionOk="0" h="12610" w="44532">
                    <a:moveTo>
                      <a:pt x="6305" y="0"/>
                    </a:moveTo>
                    <a:cubicBezTo>
                      <a:pt x="2835" y="0"/>
                      <a:pt x="0" y="2836"/>
                      <a:pt x="0" y="6305"/>
                    </a:cubicBezTo>
                    <a:cubicBezTo>
                      <a:pt x="0" y="9774"/>
                      <a:pt x="2835" y="12609"/>
                      <a:pt x="6305" y="12609"/>
                    </a:cubicBezTo>
                    <a:lnTo>
                      <a:pt x="38227" y="12609"/>
                    </a:lnTo>
                    <a:cubicBezTo>
                      <a:pt x="41730" y="12609"/>
                      <a:pt x="44532" y="9774"/>
                      <a:pt x="44532" y="6305"/>
                    </a:cubicBezTo>
                    <a:cubicBezTo>
                      <a:pt x="44532" y="2836"/>
                      <a:pt x="41697" y="0"/>
                      <a:pt x="382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6500" lIns="66500" spcFirstLastPara="1" rIns="66500" wrap="square" tIns="66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45"/>
              <p:cNvSpPr/>
              <p:nvPr/>
            </p:nvSpPr>
            <p:spPr>
              <a:xfrm>
                <a:off x="9309947" y="3222836"/>
                <a:ext cx="209639" cy="188175"/>
              </a:xfrm>
              <a:custGeom>
                <a:rect b="b" l="l" r="r" t="t"/>
                <a:pathLst>
                  <a:path extrusionOk="0" h="8355" w="9308">
                    <a:moveTo>
                      <a:pt x="4646" y="1"/>
                    </a:moveTo>
                    <a:cubicBezTo>
                      <a:pt x="3684" y="1"/>
                      <a:pt x="2718" y="332"/>
                      <a:pt x="1935" y="1009"/>
                    </a:cubicBezTo>
                    <a:cubicBezTo>
                      <a:pt x="168" y="2543"/>
                      <a:pt x="1" y="5179"/>
                      <a:pt x="1502" y="6913"/>
                    </a:cubicBezTo>
                    <a:cubicBezTo>
                      <a:pt x="2326" y="7865"/>
                      <a:pt x="3491" y="8355"/>
                      <a:pt x="4662" y="8355"/>
                    </a:cubicBezTo>
                    <a:cubicBezTo>
                      <a:pt x="5624" y="8355"/>
                      <a:pt x="6590" y="8024"/>
                      <a:pt x="7373" y="7347"/>
                    </a:cubicBezTo>
                    <a:cubicBezTo>
                      <a:pt x="9107" y="5846"/>
                      <a:pt x="9307" y="3210"/>
                      <a:pt x="7806" y="1443"/>
                    </a:cubicBezTo>
                    <a:cubicBezTo>
                      <a:pt x="6982" y="491"/>
                      <a:pt x="5817" y="1"/>
                      <a:pt x="46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66500" lIns="66500" spcFirstLastPara="1" rIns="66500" wrap="square" tIns="66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45"/>
              <p:cNvSpPr/>
              <p:nvPr/>
            </p:nvSpPr>
            <p:spPr>
              <a:xfrm>
                <a:off x="9581929" y="3223489"/>
                <a:ext cx="208108" cy="187612"/>
              </a:xfrm>
              <a:custGeom>
                <a:rect b="b" l="l" r="r" t="t"/>
                <a:pathLst>
                  <a:path extrusionOk="0" h="8330" w="9240">
                    <a:moveTo>
                      <a:pt x="4637" y="1"/>
                    </a:moveTo>
                    <a:cubicBezTo>
                      <a:pt x="3626" y="1"/>
                      <a:pt x="2609" y="369"/>
                      <a:pt x="1801" y="1113"/>
                    </a:cubicBezTo>
                    <a:cubicBezTo>
                      <a:pt x="100" y="2681"/>
                      <a:pt x="0" y="5316"/>
                      <a:pt x="1568" y="6984"/>
                    </a:cubicBezTo>
                    <a:cubicBezTo>
                      <a:pt x="2392" y="7878"/>
                      <a:pt x="3510" y="8330"/>
                      <a:pt x="4633" y="8330"/>
                    </a:cubicBezTo>
                    <a:cubicBezTo>
                      <a:pt x="5647" y="8330"/>
                      <a:pt x="6665" y="7962"/>
                      <a:pt x="7472" y="7218"/>
                    </a:cubicBezTo>
                    <a:cubicBezTo>
                      <a:pt x="9140" y="5650"/>
                      <a:pt x="9240" y="3015"/>
                      <a:pt x="7672" y="1347"/>
                    </a:cubicBezTo>
                    <a:cubicBezTo>
                      <a:pt x="6866" y="453"/>
                      <a:pt x="5756" y="1"/>
                      <a:pt x="46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66500" lIns="66500" spcFirstLastPara="1" rIns="66500" wrap="square" tIns="66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45"/>
              <p:cNvSpPr/>
              <p:nvPr/>
            </p:nvSpPr>
            <p:spPr>
              <a:xfrm>
                <a:off x="9855397" y="3222656"/>
                <a:ext cx="206621" cy="187793"/>
              </a:xfrm>
              <a:custGeom>
                <a:rect b="b" l="l" r="r" t="t"/>
                <a:pathLst>
                  <a:path extrusionOk="0" h="8338" w="9174">
                    <a:moveTo>
                      <a:pt x="4594" y="1"/>
                    </a:moveTo>
                    <a:cubicBezTo>
                      <a:pt x="2710" y="1"/>
                      <a:pt x="989" y="1277"/>
                      <a:pt x="534" y="3185"/>
                    </a:cubicBezTo>
                    <a:cubicBezTo>
                      <a:pt x="0" y="5420"/>
                      <a:pt x="1368" y="7688"/>
                      <a:pt x="3603" y="8222"/>
                    </a:cubicBezTo>
                    <a:cubicBezTo>
                      <a:pt x="3929" y="8300"/>
                      <a:pt x="4256" y="8337"/>
                      <a:pt x="4577" y="8337"/>
                    </a:cubicBezTo>
                    <a:cubicBezTo>
                      <a:pt x="6455" y="8337"/>
                      <a:pt x="8155" y="7061"/>
                      <a:pt x="8640" y="5153"/>
                    </a:cubicBezTo>
                    <a:cubicBezTo>
                      <a:pt x="9173" y="2918"/>
                      <a:pt x="7806" y="683"/>
                      <a:pt x="5571" y="116"/>
                    </a:cubicBezTo>
                    <a:cubicBezTo>
                      <a:pt x="5244" y="38"/>
                      <a:pt x="4917" y="1"/>
                      <a:pt x="45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6500" lIns="66500" spcFirstLastPara="1" rIns="66500" wrap="square" tIns="66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90" name="Google Shape;590;p45"/>
            <p:cNvSpPr/>
            <p:nvPr/>
          </p:nvSpPr>
          <p:spPr>
            <a:xfrm flipH="1">
              <a:off x="5612495" y="2857090"/>
              <a:ext cx="358378" cy="773085"/>
            </a:xfrm>
            <a:custGeom>
              <a:rect b="b" l="l" r="r" t="t"/>
              <a:pathLst>
                <a:path extrusionOk="0" h="34325" w="15912">
                  <a:moveTo>
                    <a:pt x="5338" y="0"/>
                  </a:moveTo>
                  <a:cubicBezTo>
                    <a:pt x="2369" y="0"/>
                    <a:pt x="1" y="2369"/>
                    <a:pt x="1" y="5337"/>
                  </a:cubicBezTo>
                  <a:lnTo>
                    <a:pt x="1" y="28988"/>
                  </a:lnTo>
                  <a:cubicBezTo>
                    <a:pt x="1" y="31956"/>
                    <a:pt x="2369" y="34325"/>
                    <a:pt x="5338" y="34325"/>
                  </a:cubicBezTo>
                  <a:lnTo>
                    <a:pt x="10575" y="34325"/>
                  </a:lnTo>
                  <a:cubicBezTo>
                    <a:pt x="13544" y="34325"/>
                    <a:pt x="15912" y="31956"/>
                    <a:pt x="15912" y="28988"/>
                  </a:cubicBezTo>
                  <a:lnTo>
                    <a:pt x="15912" y="5337"/>
                  </a:lnTo>
                  <a:cubicBezTo>
                    <a:pt x="15912" y="2369"/>
                    <a:pt x="13544" y="0"/>
                    <a:pt x="10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5"/>
            <p:cNvSpPr/>
            <p:nvPr/>
          </p:nvSpPr>
          <p:spPr>
            <a:xfrm flipH="1">
              <a:off x="5315739" y="2857090"/>
              <a:ext cx="240428" cy="341847"/>
            </a:xfrm>
            <a:custGeom>
              <a:rect b="b" l="l" r="r" t="t"/>
              <a:pathLst>
                <a:path extrusionOk="0" h="15178" w="10675">
                  <a:moveTo>
                    <a:pt x="5338" y="0"/>
                  </a:moveTo>
                  <a:cubicBezTo>
                    <a:pt x="2402" y="0"/>
                    <a:pt x="1" y="2369"/>
                    <a:pt x="1" y="5337"/>
                  </a:cubicBezTo>
                  <a:lnTo>
                    <a:pt x="1" y="9841"/>
                  </a:lnTo>
                  <a:cubicBezTo>
                    <a:pt x="1" y="12809"/>
                    <a:pt x="2402" y="15178"/>
                    <a:pt x="5338" y="15178"/>
                  </a:cubicBezTo>
                  <a:cubicBezTo>
                    <a:pt x="8307" y="15178"/>
                    <a:pt x="10675" y="12809"/>
                    <a:pt x="10675" y="9841"/>
                  </a:cubicBezTo>
                  <a:lnTo>
                    <a:pt x="10675" y="5337"/>
                  </a:lnTo>
                  <a:cubicBezTo>
                    <a:pt x="10675" y="2369"/>
                    <a:pt x="8307" y="0"/>
                    <a:pt x="53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45"/>
            <p:cNvSpPr/>
            <p:nvPr/>
          </p:nvSpPr>
          <p:spPr>
            <a:xfrm flipH="1">
              <a:off x="5315739" y="3263531"/>
              <a:ext cx="240428" cy="366644"/>
            </a:xfrm>
            <a:custGeom>
              <a:rect b="b" l="l" r="r" t="t"/>
              <a:pathLst>
                <a:path extrusionOk="0" h="16279" w="10675">
                  <a:moveTo>
                    <a:pt x="5338" y="0"/>
                  </a:moveTo>
                  <a:cubicBezTo>
                    <a:pt x="2402" y="0"/>
                    <a:pt x="1" y="2402"/>
                    <a:pt x="1" y="5338"/>
                  </a:cubicBezTo>
                  <a:lnTo>
                    <a:pt x="1" y="10942"/>
                  </a:lnTo>
                  <a:cubicBezTo>
                    <a:pt x="1" y="13910"/>
                    <a:pt x="2402" y="16279"/>
                    <a:pt x="5338" y="16279"/>
                  </a:cubicBezTo>
                  <a:cubicBezTo>
                    <a:pt x="8307" y="16279"/>
                    <a:pt x="10675" y="13910"/>
                    <a:pt x="10675" y="10942"/>
                  </a:cubicBezTo>
                  <a:lnTo>
                    <a:pt x="10675" y="5338"/>
                  </a:lnTo>
                  <a:cubicBezTo>
                    <a:pt x="10675" y="2402"/>
                    <a:pt x="8307" y="0"/>
                    <a:pt x="53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45"/>
            <p:cNvSpPr/>
            <p:nvPr/>
          </p:nvSpPr>
          <p:spPr>
            <a:xfrm flipH="1">
              <a:off x="5314230" y="3709049"/>
              <a:ext cx="656643" cy="57860"/>
            </a:xfrm>
            <a:custGeom>
              <a:rect b="b" l="l" r="r" t="t"/>
              <a:pathLst>
                <a:path extrusionOk="0" h="2569" w="29155">
                  <a:moveTo>
                    <a:pt x="1301" y="0"/>
                  </a:moveTo>
                  <a:cubicBezTo>
                    <a:pt x="568" y="0"/>
                    <a:pt x="1" y="567"/>
                    <a:pt x="1" y="1268"/>
                  </a:cubicBezTo>
                  <a:cubicBezTo>
                    <a:pt x="1" y="2002"/>
                    <a:pt x="568" y="2569"/>
                    <a:pt x="1301" y="2569"/>
                  </a:cubicBezTo>
                  <a:lnTo>
                    <a:pt x="27854" y="2569"/>
                  </a:lnTo>
                  <a:cubicBezTo>
                    <a:pt x="28521" y="2569"/>
                    <a:pt x="29088" y="2002"/>
                    <a:pt x="29155" y="1268"/>
                  </a:cubicBezTo>
                  <a:cubicBezTo>
                    <a:pt x="29155" y="567"/>
                    <a:pt x="28554" y="0"/>
                    <a:pt x="278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45"/>
            <p:cNvSpPr/>
            <p:nvPr/>
          </p:nvSpPr>
          <p:spPr>
            <a:xfrm flipH="1">
              <a:off x="5314230" y="3799206"/>
              <a:ext cx="656643" cy="57860"/>
            </a:xfrm>
            <a:custGeom>
              <a:rect b="b" l="l" r="r" t="t"/>
              <a:pathLst>
                <a:path extrusionOk="0" h="2569" w="29155">
                  <a:moveTo>
                    <a:pt x="1301" y="0"/>
                  </a:moveTo>
                  <a:cubicBezTo>
                    <a:pt x="568" y="0"/>
                    <a:pt x="1" y="567"/>
                    <a:pt x="1" y="1268"/>
                  </a:cubicBezTo>
                  <a:cubicBezTo>
                    <a:pt x="1" y="2002"/>
                    <a:pt x="568" y="2569"/>
                    <a:pt x="1301" y="2569"/>
                  </a:cubicBezTo>
                  <a:lnTo>
                    <a:pt x="27854" y="2569"/>
                  </a:lnTo>
                  <a:cubicBezTo>
                    <a:pt x="28521" y="2569"/>
                    <a:pt x="29088" y="2002"/>
                    <a:pt x="29155" y="1268"/>
                  </a:cubicBezTo>
                  <a:cubicBezTo>
                    <a:pt x="29155" y="567"/>
                    <a:pt x="28554" y="0"/>
                    <a:pt x="278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5"/>
            <p:cNvSpPr/>
            <p:nvPr/>
          </p:nvSpPr>
          <p:spPr>
            <a:xfrm flipH="1">
              <a:off x="5314230" y="3889364"/>
              <a:ext cx="656643" cy="57860"/>
            </a:xfrm>
            <a:custGeom>
              <a:rect b="b" l="l" r="r" t="t"/>
              <a:pathLst>
                <a:path extrusionOk="0" h="2569" w="29155">
                  <a:moveTo>
                    <a:pt x="1301" y="0"/>
                  </a:moveTo>
                  <a:cubicBezTo>
                    <a:pt x="568" y="0"/>
                    <a:pt x="1" y="567"/>
                    <a:pt x="1" y="1301"/>
                  </a:cubicBezTo>
                  <a:cubicBezTo>
                    <a:pt x="1" y="2001"/>
                    <a:pt x="568" y="2569"/>
                    <a:pt x="1301" y="2569"/>
                  </a:cubicBezTo>
                  <a:lnTo>
                    <a:pt x="27854" y="2569"/>
                  </a:lnTo>
                  <a:cubicBezTo>
                    <a:pt x="28521" y="2569"/>
                    <a:pt x="29088" y="2001"/>
                    <a:pt x="29155" y="1301"/>
                  </a:cubicBezTo>
                  <a:cubicBezTo>
                    <a:pt x="29155" y="567"/>
                    <a:pt x="28554" y="0"/>
                    <a:pt x="278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5"/>
            <p:cNvSpPr/>
            <p:nvPr/>
          </p:nvSpPr>
          <p:spPr>
            <a:xfrm flipH="1">
              <a:off x="6926902" y="4223887"/>
              <a:ext cx="804661" cy="27072"/>
            </a:xfrm>
            <a:custGeom>
              <a:rect b="b" l="l" r="r" t="t"/>
              <a:pathLst>
                <a:path extrusionOk="0" h="1202" w="35727">
                  <a:moveTo>
                    <a:pt x="1" y="1"/>
                  </a:moveTo>
                  <a:lnTo>
                    <a:pt x="201" y="1202"/>
                  </a:lnTo>
                  <a:lnTo>
                    <a:pt x="35693" y="1202"/>
                  </a:lnTo>
                  <a:lnTo>
                    <a:pt x="357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5"/>
            <p:cNvSpPr/>
            <p:nvPr/>
          </p:nvSpPr>
          <p:spPr>
            <a:xfrm flipH="1">
              <a:off x="6918636" y="4065374"/>
              <a:ext cx="836215" cy="27072"/>
            </a:xfrm>
            <a:custGeom>
              <a:rect b="b" l="l" r="r" t="t"/>
              <a:pathLst>
                <a:path extrusionOk="0" h="1202" w="37128">
                  <a:moveTo>
                    <a:pt x="1" y="1"/>
                  </a:moveTo>
                  <a:lnTo>
                    <a:pt x="168" y="1201"/>
                  </a:lnTo>
                  <a:lnTo>
                    <a:pt x="37061" y="1201"/>
                  </a:lnTo>
                  <a:lnTo>
                    <a:pt x="371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5"/>
            <p:cNvSpPr/>
            <p:nvPr/>
          </p:nvSpPr>
          <p:spPr>
            <a:xfrm flipH="1">
              <a:off x="6911136" y="3906861"/>
              <a:ext cx="868490" cy="27072"/>
            </a:xfrm>
            <a:custGeom>
              <a:rect b="b" l="l" r="r" t="t"/>
              <a:pathLst>
                <a:path extrusionOk="0" h="1202" w="38561">
                  <a:moveTo>
                    <a:pt x="0" y="0"/>
                  </a:moveTo>
                  <a:lnTo>
                    <a:pt x="167" y="1201"/>
                  </a:lnTo>
                  <a:lnTo>
                    <a:pt x="38528" y="1201"/>
                  </a:lnTo>
                  <a:lnTo>
                    <a:pt x="385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5"/>
            <p:cNvSpPr/>
            <p:nvPr/>
          </p:nvSpPr>
          <p:spPr>
            <a:xfrm flipH="1">
              <a:off x="6923906" y="3747582"/>
              <a:ext cx="851215" cy="27815"/>
            </a:xfrm>
            <a:custGeom>
              <a:rect b="b" l="l" r="r" t="t"/>
              <a:pathLst>
                <a:path extrusionOk="0" h="1235" w="37794">
                  <a:moveTo>
                    <a:pt x="300" y="1"/>
                  </a:moveTo>
                  <a:lnTo>
                    <a:pt x="0" y="1235"/>
                  </a:lnTo>
                  <a:lnTo>
                    <a:pt x="37694" y="1235"/>
                  </a:lnTo>
                  <a:lnTo>
                    <a:pt x="377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5"/>
            <p:cNvSpPr/>
            <p:nvPr/>
          </p:nvSpPr>
          <p:spPr>
            <a:xfrm flipH="1">
              <a:off x="6941924" y="3589068"/>
              <a:ext cx="795630" cy="27050"/>
            </a:xfrm>
            <a:custGeom>
              <a:rect b="b" l="l" r="r" t="t"/>
              <a:pathLst>
                <a:path extrusionOk="0" h="1201" w="35326">
                  <a:moveTo>
                    <a:pt x="300" y="0"/>
                  </a:moveTo>
                  <a:lnTo>
                    <a:pt x="0" y="1201"/>
                  </a:lnTo>
                  <a:lnTo>
                    <a:pt x="35325" y="1201"/>
                  </a:lnTo>
                  <a:lnTo>
                    <a:pt x="347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5"/>
            <p:cNvSpPr/>
            <p:nvPr/>
          </p:nvSpPr>
          <p:spPr>
            <a:xfrm flipH="1">
              <a:off x="7020820" y="3430532"/>
              <a:ext cx="679932" cy="27072"/>
            </a:xfrm>
            <a:custGeom>
              <a:rect b="b" l="l" r="r" t="t"/>
              <a:pathLst>
                <a:path extrusionOk="0" h="1202" w="30189">
                  <a:moveTo>
                    <a:pt x="301" y="1"/>
                  </a:moveTo>
                  <a:lnTo>
                    <a:pt x="1" y="1202"/>
                  </a:lnTo>
                  <a:lnTo>
                    <a:pt x="30189" y="1202"/>
                  </a:lnTo>
                  <a:lnTo>
                    <a:pt x="296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5"/>
            <p:cNvSpPr/>
            <p:nvPr/>
          </p:nvSpPr>
          <p:spPr>
            <a:xfrm flipH="1">
              <a:off x="7204874" y="3012830"/>
              <a:ext cx="388446" cy="490608"/>
            </a:xfrm>
            <a:custGeom>
              <a:rect b="b" l="l" r="r" t="t"/>
              <a:pathLst>
                <a:path extrusionOk="0" h="21783" w="17247">
                  <a:moveTo>
                    <a:pt x="3370" y="0"/>
                  </a:moveTo>
                  <a:cubicBezTo>
                    <a:pt x="3069" y="3770"/>
                    <a:pt x="2736" y="7539"/>
                    <a:pt x="2436" y="11342"/>
                  </a:cubicBezTo>
                  <a:cubicBezTo>
                    <a:pt x="2176" y="11404"/>
                    <a:pt x="1923" y="11421"/>
                    <a:pt x="1673" y="11421"/>
                  </a:cubicBezTo>
                  <a:cubicBezTo>
                    <a:pt x="1369" y="11421"/>
                    <a:pt x="1068" y="11396"/>
                    <a:pt x="763" y="11396"/>
                  </a:cubicBezTo>
                  <a:cubicBezTo>
                    <a:pt x="513" y="11396"/>
                    <a:pt x="260" y="11413"/>
                    <a:pt x="1" y="11475"/>
                  </a:cubicBezTo>
                  <a:cubicBezTo>
                    <a:pt x="3370" y="14777"/>
                    <a:pt x="6739" y="18480"/>
                    <a:pt x="10175" y="21782"/>
                  </a:cubicBezTo>
                  <a:cubicBezTo>
                    <a:pt x="12443" y="18080"/>
                    <a:pt x="14945" y="14144"/>
                    <a:pt x="17246" y="10441"/>
                  </a:cubicBezTo>
                  <a:lnTo>
                    <a:pt x="17246" y="10441"/>
                  </a:lnTo>
                  <a:lnTo>
                    <a:pt x="14177" y="10708"/>
                  </a:lnTo>
                  <a:cubicBezTo>
                    <a:pt x="13377" y="7606"/>
                    <a:pt x="12576" y="4503"/>
                    <a:pt x="11842" y="1401"/>
                  </a:cubicBezTo>
                  <a:cubicBezTo>
                    <a:pt x="10957" y="1628"/>
                    <a:pt x="10054" y="1750"/>
                    <a:pt x="9141" y="1750"/>
                  </a:cubicBezTo>
                  <a:cubicBezTo>
                    <a:pt x="7235" y="1750"/>
                    <a:pt x="5287" y="1218"/>
                    <a:pt x="3370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5"/>
            <p:cNvSpPr/>
            <p:nvPr/>
          </p:nvSpPr>
          <p:spPr>
            <a:xfrm flipH="1">
              <a:off x="7287532" y="3012830"/>
              <a:ext cx="234414" cy="200946"/>
            </a:xfrm>
            <a:custGeom>
              <a:rect b="b" l="l" r="r" t="t"/>
              <a:pathLst>
                <a:path extrusionOk="0" h="8922" w="10408">
                  <a:moveTo>
                    <a:pt x="234" y="0"/>
                  </a:moveTo>
                  <a:cubicBezTo>
                    <a:pt x="167" y="1068"/>
                    <a:pt x="67" y="2202"/>
                    <a:pt x="1" y="3269"/>
                  </a:cubicBezTo>
                  <a:cubicBezTo>
                    <a:pt x="1602" y="5904"/>
                    <a:pt x="4237" y="7939"/>
                    <a:pt x="7239" y="8706"/>
                  </a:cubicBezTo>
                  <a:cubicBezTo>
                    <a:pt x="7670" y="8836"/>
                    <a:pt x="8157" y="8922"/>
                    <a:pt x="8641" y="8922"/>
                  </a:cubicBezTo>
                  <a:cubicBezTo>
                    <a:pt x="9280" y="8922"/>
                    <a:pt x="9914" y="8772"/>
                    <a:pt x="10408" y="8373"/>
                  </a:cubicBezTo>
                  <a:cubicBezTo>
                    <a:pt x="9841" y="6038"/>
                    <a:pt x="9240" y="3703"/>
                    <a:pt x="8673" y="1401"/>
                  </a:cubicBezTo>
                  <a:cubicBezTo>
                    <a:pt x="7797" y="1631"/>
                    <a:pt x="6891" y="1757"/>
                    <a:pt x="5970" y="1757"/>
                  </a:cubicBezTo>
                  <a:cubicBezTo>
                    <a:pt x="4087" y="1757"/>
                    <a:pt x="2138" y="1232"/>
                    <a:pt x="234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5"/>
            <p:cNvSpPr/>
            <p:nvPr/>
          </p:nvSpPr>
          <p:spPr>
            <a:xfrm flipH="1">
              <a:off x="7205640" y="3047380"/>
              <a:ext cx="326824" cy="323829"/>
            </a:xfrm>
            <a:custGeom>
              <a:rect b="b" l="l" r="r" t="t"/>
              <a:pathLst>
                <a:path extrusionOk="0" h="14378" w="14511">
                  <a:moveTo>
                    <a:pt x="534" y="1"/>
                  </a:moveTo>
                  <a:cubicBezTo>
                    <a:pt x="367" y="2236"/>
                    <a:pt x="167" y="4437"/>
                    <a:pt x="1" y="6705"/>
                  </a:cubicBezTo>
                  <a:cubicBezTo>
                    <a:pt x="1635" y="10074"/>
                    <a:pt x="4804" y="13577"/>
                    <a:pt x="11142" y="14378"/>
                  </a:cubicBezTo>
                  <a:cubicBezTo>
                    <a:pt x="12309" y="12543"/>
                    <a:pt x="13410" y="10708"/>
                    <a:pt x="14511" y="8974"/>
                  </a:cubicBezTo>
                  <a:lnTo>
                    <a:pt x="14511" y="8974"/>
                  </a:lnTo>
                  <a:lnTo>
                    <a:pt x="11409" y="9207"/>
                  </a:lnTo>
                  <a:cubicBezTo>
                    <a:pt x="10608" y="6172"/>
                    <a:pt x="9874" y="3136"/>
                    <a:pt x="9074" y="67"/>
                  </a:cubicBezTo>
                  <a:lnTo>
                    <a:pt x="8407" y="67"/>
                  </a:lnTo>
                  <a:cubicBezTo>
                    <a:pt x="7834" y="160"/>
                    <a:pt x="7232" y="210"/>
                    <a:pt x="6609" y="210"/>
                  </a:cubicBezTo>
                  <a:cubicBezTo>
                    <a:pt x="5888" y="210"/>
                    <a:pt x="5139" y="144"/>
                    <a:pt x="4370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45"/>
            <p:cNvSpPr/>
            <p:nvPr/>
          </p:nvSpPr>
          <p:spPr>
            <a:xfrm flipH="1">
              <a:off x="7602306" y="2933258"/>
              <a:ext cx="125495" cy="165991"/>
            </a:xfrm>
            <a:custGeom>
              <a:rect b="b" l="l" r="r" t="t"/>
              <a:pathLst>
                <a:path extrusionOk="0" h="7370" w="5572">
                  <a:moveTo>
                    <a:pt x="2005" y="0"/>
                  </a:moveTo>
                  <a:cubicBezTo>
                    <a:pt x="1451" y="0"/>
                    <a:pt x="942" y="98"/>
                    <a:pt x="668" y="331"/>
                  </a:cubicBezTo>
                  <a:cubicBezTo>
                    <a:pt x="1" y="865"/>
                    <a:pt x="2402" y="3767"/>
                    <a:pt x="2469" y="4767"/>
                  </a:cubicBezTo>
                  <a:cubicBezTo>
                    <a:pt x="2536" y="5735"/>
                    <a:pt x="2102" y="6735"/>
                    <a:pt x="1402" y="7369"/>
                  </a:cubicBezTo>
                  <a:cubicBezTo>
                    <a:pt x="2469" y="7369"/>
                    <a:pt x="3870" y="6802"/>
                    <a:pt x="4571" y="6068"/>
                  </a:cubicBezTo>
                  <a:cubicBezTo>
                    <a:pt x="5271" y="5301"/>
                    <a:pt x="5571" y="4267"/>
                    <a:pt x="5505" y="3233"/>
                  </a:cubicBezTo>
                  <a:cubicBezTo>
                    <a:pt x="5405" y="2332"/>
                    <a:pt x="4837" y="965"/>
                    <a:pt x="4104" y="498"/>
                  </a:cubicBezTo>
                  <a:cubicBezTo>
                    <a:pt x="3690" y="203"/>
                    <a:pt x="2802" y="0"/>
                    <a:pt x="20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5"/>
            <p:cNvSpPr/>
            <p:nvPr/>
          </p:nvSpPr>
          <p:spPr>
            <a:xfrm flipH="1">
              <a:off x="7497126" y="2958799"/>
              <a:ext cx="154031" cy="165248"/>
            </a:xfrm>
            <a:custGeom>
              <a:rect b="b" l="l" r="r" t="t"/>
              <a:pathLst>
                <a:path extrusionOk="0" h="7337" w="6839">
                  <a:moveTo>
                    <a:pt x="4385" y="0"/>
                  </a:moveTo>
                  <a:cubicBezTo>
                    <a:pt x="3404" y="0"/>
                    <a:pt x="2313" y="203"/>
                    <a:pt x="1801" y="498"/>
                  </a:cubicBezTo>
                  <a:cubicBezTo>
                    <a:pt x="934" y="965"/>
                    <a:pt x="200" y="2332"/>
                    <a:pt x="134" y="3200"/>
                  </a:cubicBezTo>
                  <a:cubicBezTo>
                    <a:pt x="0" y="4267"/>
                    <a:pt x="367" y="5301"/>
                    <a:pt x="1268" y="6035"/>
                  </a:cubicBezTo>
                  <a:cubicBezTo>
                    <a:pt x="2135" y="6802"/>
                    <a:pt x="3836" y="7336"/>
                    <a:pt x="5137" y="7336"/>
                  </a:cubicBezTo>
                  <a:cubicBezTo>
                    <a:pt x="4270" y="6702"/>
                    <a:pt x="3769" y="5735"/>
                    <a:pt x="3836" y="4768"/>
                  </a:cubicBezTo>
                  <a:cubicBezTo>
                    <a:pt x="3870" y="3800"/>
                    <a:pt x="6838" y="831"/>
                    <a:pt x="6038" y="331"/>
                  </a:cubicBezTo>
                  <a:cubicBezTo>
                    <a:pt x="5696" y="98"/>
                    <a:pt x="5067" y="0"/>
                    <a:pt x="4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5"/>
            <p:cNvSpPr/>
            <p:nvPr/>
          </p:nvSpPr>
          <p:spPr>
            <a:xfrm flipH="1">
              <a:off x="7216158" y="2551524"/>
              <a:ext cx="507882" cy="564256"/>
            </a:xfrm>
            <a:custGeom>
              <a:rect b="b" l="l" r="r" t="t"/>
              <a:pathLst>
                <a:path extrusionOk="0" h="25053" w="22550">
                  <a:moveTo>
                    <a:pt x="12176" y="1"/>
                  </a:moveTo>
                  <a:cubicBezTo>
                    <a:pt x="9441" y="34"/>
                    <a:pt x="6705" y="501"/>
                    <a:pt x="4437" y="1969"/>
                  </a:cubicBezTo>
                  <a:cubicBezTo>
                    <a:pt x="2202" y="3403"/>
                    <a:pt x="1068" y="6005"/>
                    <a:pt x="801" y="7573"/>
                  </a:cubicBezTo>
                  <a:cubicBezTo>
                    <a:pt x="0" y="11843"/>
                    <a:pt x="2569" y="15612"/>
                    <a:pt x="3970" y="19748"/>
                  </a:cubicBezTo>
                  <a:cubicBezTo>
                    <a:pt x="5504" y="24318"/>
                    <a:pt x="6505" y="25052"/>
                    <a:pt x="15378" y="25052"/>
                  </a:cubicBezTo>
                  <a:cubicBezTo>
                    <a:pt x="17880" y="25052"/>
                    <a:pt x="20649" y="24185"/>
                    <a:pt x="21749" y="21983"/>
                  </a:cubicBezTo>
                  <a:cubicBezTo>
                    <a:pt x="22350" y="20849"/>
                    <a:pt x="22416" y="19515"/>
                    <a:pt x="22483" y="18247"/>
                  </a:cubicBezTo>
                  <a:cubicBezTo>
                    <a:pt x="22550" y="15512"/>
                    <a:pt x="22517" y="12710"/>
                    <a:pt x="22350" y="9975"/>
                  </a:cubicBezTo>
                  <a:cubicBezTo>
                    <a:pt x="22183" y="7473"/>
                    <a:pt x="21849" y="4738"/>
                    <a:pt x="20215" y="2836"/>
                  </a:cubicBezTo>
                  <a:cubicBezTo>
                    <a:pt x="18314" y="568"/>
                    <a:pt x="15078" y="1"/>
                    <a:pt x="12176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45"/>
            <p:cNvSpPr/>
            <p:nvPr/>
          </p:nvSpPr>
          <p:spPr>
            <a:xfrm flipH="1">
              <a:off x="7446789" y="2817853"/>
              <a:ext cx="156306" cy="142973"/>
            </a:xfrm>
            <a:custGeom>
              <a:rect b="b" l="l" r="r" t="t"/>
              <a:pathLst>
                <a:path extrusionOk="0" h="6348" w="6940">
                  <a:moveTo>
                    <a:pt x="3470" y="1"/>
                  </a:moveTo>
                  <a:cubicBezTo>
                    <a:pt x="2661" y="1"/>
                    <a:pt x="1852" y="318"/>
                    <a:pt x="1235" y="952"/>
                  </a:cubicBezTo>
                  <a:cubicBezTo>
                    <a:pt x="1" y="2186"/>
                    <a:pt x="1" y="4187"/>
                    <a:pt x="1235" y="5422"/>
                  </a:cubicBezTo>
                  <a:cubicBezTo>
                    <a:pt x="1852" y="6039"/>
                    <a:pt x="2661" y="6347"/>
                    <a:pt x="3470" y="6347"/>
                  </a:cubicBezTo>
                  <a:cubicBezTo>
                    <a:pt x="4279" y="6347"/>
                    <a:pt x="5088" y="6039"/>
                    <a:pt x="5705" y="5422"/>
                  </a:cubicBezTo>
                  <a:cubicBezTo>
                    <a:pt x="6939" y="4187"/>
                    <a:pt x="6939" y="2186"/>
                    <a:pt x="5705" y="952"/>
                  </a:cubicBezTo>
                  <a:cubicBezTo>
                    <a:pt x="5088" y="318"/>
                    <a:pt x="4279" y="1"/>
                    <a:pt x="3470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5"/>
            <p:cNvSpPr/>
            <p:nvPr/>
          </p:nvSpPr>
          <p:spPr>
            <a:xfrm flipH="1">
              <a:off x="7216901" y="2815983"/>
              <a:ext cx="83423" cy="142027"/>
            </a:xfrm>
            <a:custGeom>
              <a:rect b="b" l="l" r="r" t="t"/>
              <a:pathLst>
                <a:path extrusionOk="0" h="6306" w="3704">
                  <a:moveTo>
                    <a:pt x="3103" y="1"/>
                  </a:moveTo>
                  <a:cubicBezTo>
                    <a:pt x="1402" y="1"/>
                    <a:pt x="1" y="1435"/>
                    <a:pt x="1" y="3136"/>
                  </a:cubicBezTo>
                  <a:cubicBezTo>
                    <a:pt x="1" y="4904"/>
                    <a:pt x="1402" y="6305"/>
                    <a:pt x="3170" y="6305"/>
                  </a:cubicBezTo>
                  <a:cubicBezTo>
                    <a:pt x="3337" y="6305"/>
                    <a:pt x="3503" y="6305"/>
                    <a:pt x="3637" y="6272"/>
                  </a:cubicBezTo>
                  <a:cubicBezTo>
                    <a:pt x="3704" y="4170"/>
                    <a:pt x="3704" y="2135"/>
                    <a:pt x="3603" y="67"/>
                  </a:cubicBezTo>
                  <a:cubicBezTo>
                    <a:pt x="3437" y="1"/>
                    <a:pt x="3270" y="1"/>
                    <a:pt x="3103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45"/>
            <p:cNvSpPr/>
            <p:nvPr/>
          </p:nvSpPr>
          <p:spPr>
            <a:xfrm flipH="1">
              <a:off x="7211631" y="2420804"/>
              <a:ext cx="501891" cy="186351"/>
            </a:xfrm>
            <a:custGeom>
              <a:rect b="b" l="l" r="r" t="t"/>
              <a:pathLst>
                <a:path extrusionOk="0" h="8274" w="22284">
                  <a:moveTo>
                    <a:pt x="22283" y="1"/>
                  </a:moveTo>
                  <a:cubicBezTo>
                    <a:pt x="21015" y="1769"/>
                    <a:pt x="18747" y="2603"/>
                    <a:pt x="16579" y="2803"/>
                  </a:cubicBezTo>
                  <a:cubicBezTo>
                    <a:pt x="16135" y="2844"/>
                    <a:pt x="15689" y="2861"/>
                    <a:pt x="15243" y="2861"/>
                  </a:cubicBezTo>
                  <a:cubicBezTo>
                    <a:pt x="13510" y="2861"/>
                    <a:pt x="11765" y="2602"/>
                    <a:pt x="10041" y="2469"/>
                  </a:cubicBezTo>
                  <a:cubicBezTo>
                    <a:pt x="9389" y="2419"/>
                    <a:pt x="8727" y="2384"/>
                    <a:pt x="8067" y="2384"/>
                  </a:cubicBezTo>
                  <a:cubicBezTo>
                    <a:pt x="6532" y="2384"/>
                    <a:pt x="5002" y="2573"/>
                    <a:pt x="3603" y="3203"/>
                  </a:cubicBezTo>
                  <a:cubicBezTo>
                    <a:pt x="1668" y="4104"/>
                    <a:pt x="0" y="6105"/>
                    <a:pt x="67" y="8273"/>
                  </a:cubicBezTo>
                  <a:cubicBezTo>
                    <a:pt x="5738" y="7339"/>
                    <a:pt x="9674" y="7539"/>
                    <a:pt x="13377" y="6605"/>
                  </a:cubicBezTo>
                  <a:cubicBezTo>
                    <a:pt x="17079" y="5705"/>
                    <a:pt x="20682" y="3470"/>
                    <a:pt x="22283" y="1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45"/>
            <p:cNvSpPr/>
            <p:nvPr/>
          </p:nvSpPr>
          <p:spPr>
            <a:xfrm flipH="1">
              <a:off x="7114717" y="2487853"/>
              <a:ext cx="413243" cy="222680"/>
            </a:xfrm>
            <a:custGeom>
              <a:rect b="b" l="l" r="r" t="t"/>
              <a:pathLst>
                <a:path extrusionOk="0" h="9887" w="18348">
                  <a:moveTo>
                    <a:pt x="9416" y="1"/>
                  </a:moveTo>
                  <a:cubicBezTo>
                    <a:pt x="7989" y="1"/>
                    <a:pt x="6548" y="233"/>
                    <a:pt x="5171" y="626"/>
                  </a:cubicBezTo>
                  <a:cubicBezTo>
                    <a:pt x="4137" y="893"/>
                    <a:pt x="2002" y="793"/>
                    <a:pt x="1" y="1293"/>
                  </a:cubicBezTo>
                  <a:cubicBezTo>
                    <a:pt x="1001" y="3895"/>
                    <a:pt x="3303" y="5963"/>
                    <a:pt x="5938" y="7298"/>
                  </a:cubicBezTo>
                  <a:cubicBezTo>
                    <a:pt x="8540" y="8632"/>
                    <a:pt x="11509" y="9232"/>
                    <a:pt x="14444" y="9733"/>
                  </a:cubicBezTo>
                  <a:cubicBezTo>
                    <a:pt x="14800" y="9816"/>
                    <a:pt x="15181" y="9887"/>
                    <a:pt x="15556" y="9887"/>
                  </a:cubicBezTo>
                  <a:cubicBezTo>
                    <a:pt x="15779" y="9887"/>
                    <a:pt x="16000" y="9862"/>
                    <a:pt x="16212" y="9799"/>
                  </a:cubicBezTo>
                  <a:cubicBezTo>
                    <a:pt x="17313" y="9466"/>
                    <a:pt x="17880" y="8332"/>
                    <a:pt x="18014" y="7298"/>
                  </a:cubicBezTo>
                  <a:cubicBezTo>
                    <a:pt x="18347" y="4629"/>
                    <a:pt x="16346" y="1994"/>
                    <a:pt x="13710" y="826"/>
                  </a:cubicBezTo>
                  <a:cubicBezTo>
                    <a:pt x="12353" y="250"/>
                    <a:pt x="10892" y="1"/>
                    <a:pt x="94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45"/>
            <p:cNvSpPr/>
            <p:nvPr/>
          </p:nvSpPr>
          <p:spPr>
            <a:xfrm flipH="1">
              <a:off x="7586541" y="2552290"/>
              <a:ext cx="275743" cy="360630"/>
            </a:xfrm>
            <a:custGeom>
              <a:rect b="b" l="l" r="r" t="t"/>
              <a:pathLst>
                <a:path extrusionOk="0" h="16012" w="12243">
                  <a:moveTo>
                    <a:pt x="8574" y="0"/>
                  </a:moveTo>
                  <a:lnTo>
                    <a:pt x="8574" y="0"/>
                  </a:lnTo>
                  <a:cubicBezTo>
                    <a:pt x="8507" y="167"/>
                    <a:pt x="8473" y="367"/>
                    <a:pt x="8674" y="467"/>
                  </a:cubicBezTo>
                  <a:cubicBezTo>
                    <a:pt x="5705" y="1301"/>
                    <a:pt x="2469" y="2335"/>
                    <a:pt x="1035" y="4837"/>
                  </a:cubicBezTo>
                  <a:cubicBezTo>
                    <a:pt x="1" y="6705"/>
                    <a:pt x="234" y="9007"/>
                    <a:pt x="1268" y="10941"/>
                  </a:cubicBezTo>
                  <a:cubicBezTo>
                    <a:pt x="2202" y="12843"/>
                    <a:pt x="3803" y="14411"/>
                    <a:pt x="5338" y="16012"/>
                  </a:cubicBezTo>
                  <a:cubicBezTo>
                    <a:pt x="7840" y="13843"/>
                    <a:pt x="10275" y="11408"/>
                    <a:pt x="11242" y="8440"/>
                  </a:cubicBezTo>
                  <a:cubicBezTo>
                    <a:pt x="12243" y="5437"/>
                    <a:pt x="11476" y="1768"/>
                    <a:pt x="85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45"/>
            <p:cNvSpPr/>
            <p:nvPr/>
          </p:nvSpPr>
          <p:spPr>
            <a:xfrm flipH="1">
              <a:off x="7340122" y="2826501"/>
              <a:ext cx="63131" cy="137500"/>
            </a:xfrm>
            <a:custGeom>
              <a:rect b="b" l="l" r="r" t="t"/>
              <a:pathLst>
                <a:path extrusionOk="0" h="6105" w="2803">
                  <a:moveTo>
                    <a:pt x="343" y="1"/>
                  </a:moveTo>
                  <a:cubicBezTo>
                    <a:pt x="276" y="1"/>
                    <a:pt x="201" y="34"/>
                    <a:pt x="134" y="101"/>
                  </a:cubicBezTo>
                  <a:cubicBezTo>
                    <a:pt x="1" y="167"/>
                    <a:pt x="1" y="334"/>
                    <a:pt x="134" y="468"/>
                  </a:cubicBezTo>
                  <a:cubicBezTo>
                    <a:pt x="835" y="1201"/>
                    <a:pt x="1635" y="2002"/>
                    <a:pt x="1969" y="3003"/>
                  </a:cubicBezTo>
                  <a:cubicBezTo>
                    <a:pt x="2269" y="3870"/>
                    <a:pt x="2002" y="5104"/>
                    <a:pt x="1168" y="5538"/>
                  </a:cubicBezTo>
                  <a:cubicBezTo>
                    <a:pt x="1068" y="5638"/>
                    <a:pt x="968" y="5805"/>
                    <a:pt x="1068" y="5938"/>
                  </a:cubicBezTo>
                  <a:cubicBezTo>
                    <a:pt x="1102" y="6038"/>
                    <a:pt x="1235" y="6105"/>
                    <a:pt x="1302" y="6105"/>
                  </a:cubicBezTo>
                  <a:cubicBezTo>
                    <a:pt x="1335" y="6105"/>
                    <a:pt x="1435" y="6038"/>
                    <a:pt x="1435" y="6038"/>
                  </a:cubicBezTo>
                  <a:cubicBezTo>
                    <a:pt x="2603" y="5438"/>
                    <a:pt x="2803" y="3937"/>
                    <a:pt x="2469" y="2836"/>
                  </a:cubicBezTo>
                  <a:cubicBezTo>
                    <a:pt x="2102" y="1702"/>
                    <a:pt x="1269" y="835"/>
                    <a:pt x="501" y="101"/>
                  </a:cubicBezTo>
                  <a:cubicBezTo>
                    <a:pt x="468" y="34"/>
                    <a:pt x="410" y="1"/>
                    <a:pt x="343" y="1"/>
                  </a:cubicBezTo>
                  <a:close/>
                </a:path>
              </a:pathLst>
            </a:custGeom>
            <a:solidFill>
              <a:srgbClr val="E59E9C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45"/>
            <p:cNvSpPr/>
            <p:nvPr/>
          </p:nvSpPr>
          <p:spPr>
            <a:xfrm flipH="1">
              <a:off x="7322081" y="2972245"/>
              <a:ext cx="157049" cy="87072"/>
            </a:xfrm>
            <a:custGeom>
              <a:rect b="b" l="l" r="r" t="t"/>
              <a:pathLst>
                <a:path extrusionOk="0" h="3866" w="6973">
                  <a:moveTo>
                    <a:pt x="168" y="1"/>
                  </a:moveTo>
                  <a:lnTo>
                    <a:pt x="168" y="1"/>
                  </a:lnTo>
                  <a:cubicBezTo>
                    <a:pt x="1" y="1702"/>
                    <a:pt x="1235" y="3403"/>
                    <a:pt x="2903" y="3804"/>
                  </a:cubicBezTo>
                  <a:cubicBezTo>
                    <a:pt x="3115" y="3845"/>
                    <a:pt x="3330" y="3865"/>
                    <a:pt x="3545" y="3865"/>
                  </a:cubicBezTo>
                  <a:cubicBezTo>
                    <a:pt x="5049" y="3865"/>
                    <a:pt x="6535" y="2891"/>
                    <a:pt x="6973" y="1635"/>
                  </a:cubicBezTo>
                  <a:cubicBezTo>
                    <a:pt x="4771" y="968"/>
                    <a:pt x="2469" y="368"/>
                    <a:pt x="1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45"/>
            <p:cNvSpPr/>
            <p:nvPr/>
          </p:nvSpPr>
          <p:spPr>
            <a:xfrm flipH="1">
              <a:off x="6903613" y="3565014"/>
              <a:ext cx="372860" cy="390923"/>
            </a:xfrm>
            <a:custGeom>
              <a:rect b="b" l="l" r="r" t="t"/>
              <a:pathLst>
                <a:path extrusionOk="0" h="17357" w="16555">
                  <a:moveTo>
                    <a:pt x="1944" y="1"/>
                  </a:moveTo>
                  <a:cubicBezTo>
                    <a:pt x="1944" y="1"/>
                    <a:pt x="0" y="17357"/>
                    <a:pt x="12227" y="17357"/>
                  </a:cubicBezTo>
                  <a:cubicBezTo>
                    <a:pt x="13401" y="17357"/>
                    <a:pt x="14705" y="17197"/>
                    <a:pt x="16154" y="16846"/>
                  </a:cubicBezTo>
                  <a:lnTo>
                    <a:pt x="16354" y="12576"/>
                  </a:lnTo>
                  <a:cubicBezTo>
                    <a:pt x="16554" y="8240"/>
                    <a:pt x="15654" y="3904"/>
                    <a:pt x="137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45"/>
            <p:cNvSpPr/>
            <p:nvPr/>
          </p:nvSpPr>
          <p:spPr>
            <a:xfrm flipH="1">
              <a:off x="7526428" y="2722965"/>
              <a:ext cx="238175" cy="124347"/>
            </a:xfrm>
            <a:custGeom>
              <a:rect b="b" l="l" r="r" t="t"/>
              <a:pathLst>
                <a:path extrusionOk="0" h="5521" w="10575">
                  <a:moveTo>
                    <a:pt x="8149" y="1"/>
                  </a:moveTo>
                  <a:cubicBezTo>
                    <a:pt x="7016" y="1"/>
                    <a:pt x="5119" y="664"/>
                    <a:pt x="4470" y="928"/>
                  </a:cubicBezTo>
                  <a:lnTo>
                    <a:pt x="1368" y="2129"/>
                  </a:lnTo>
                  <a:cubicBezTo>
                    <a:pt x="434" y="2529"/>
                    <a:pt x="0" y="3597"/>
                    <a:pt x="467" y="4531"/>
                  </a:cubicBezTo>
                  <a:cubicBezTo>
                    <a:pt x="768" y="5158"/>
                    <a:pt x="1408" y="5521"/>
                    <a:pt x="2062" y="5521"/>
                  </a:cubicBezTo>
                  <a:cubicBezTo>
                    <a:pt x="2278" y="5521"/>
                    <a:pt x="2495" y="5481"/>
                    <a:pt x="2702" y="5398"/>
                  </a:cubicBezTo>
                  <a:lnTo>
                    <a:pt x="5771" y="4197"/>
                  </a:lnTo>
                  <a:cubicBezTo>
                    <a:pt x="6672" y="3797"/>
                    <a:pt x="10574" y="2062"/>
                    <a:pt x="10207" y="1195"/>
                  </a:cubicBezTo>
                  <a:lnTo>
                    <a:pt x="9007" y="361"/>
                  </a:lnTo>
                  <a:cubicBezTo>
                    <a:pt x="8913" y="100"/>
                    <a:pt x="8589" y="1"/>
                    <a:pt x="81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5"/>
            <p:cNvSpPr/>
            <p:nvPr/>
          </p:nvSpPr>
          <p:spPr>
            <a:xfrm flipH="1">
              <a:off x="7202622" y="2686794"/>
              <a:ext cx="448536" cy="238040"/>
            </a:xfrm>
            <a:custGeom>
              <a:rect b="b" l="l" r="r" t="t"/>
              <a:pathLst>
                <a:path extrusionOk="0" h="10569" w="19915">
                  <a:moveTo>
                    <a:pt x="11263" y="0"/>
                  </a:moveTo>
                  <a:cubicBezTo>
                    <a:pt x="7368" y="0"/>
                    <a:pt x="3464" y="893"/>
                    <a:pt x="0" y="2501"/>
                  </a:cubicBezTo>
                  <a:cubicBezTo>
                    <a:pt x="467" y="4569"/>
                    <a:pt x="1101" y="6737"/>
                    <a:pt x="2469" y="8405"/>
                  </a:cubicBezTo>
                  <a:cubicBezTo>
                    <a:pt x="3516" y="9683"/>
                    <a:pt x="5170" y="10569"/>
                    <a:pt x="6787" y="10569"/>
                  </a:cubicBezTo>
                  <a:cubicBezTo>
                    <a:pt x="7281" y="10569"/>
                    <a:pt x="7771" y="10486"/>
                    <a:pt x="8239" y="10307"/>
                  </a:cubicBezTo>
                  <a:cubicBezTo>
                    <a:pt x="9340" y="9873"/>
                    <a:pt x="10307" y="8906"/>
                    <a:pt x="11475" y="8906"/>
                  </a:cubicBezTo>
                  <a:cubicBezTo>
                    <a:pt x="11492" y="8905"/>
                    <a:pt x="11509" y="8905"/>
                    <a:pt x="11525" y="8905"/>
                  </a:cubicBezTo>
                  <a:cubicBezTo>
                    <a:pt x="13102" y="8905"/>
                    <a:pt x="14327" y="10441"/>
                    <a:pt x="15911" y="10507"/>
                  </a:cubicBezTo>
                  <a:cubicBezTo>
                    <a:pt x="16845" y="10507"/>
                    <a:pt x="17746" y="9973"/>
                    <a:pt x="18313" y="9206"/>
                  </a:cubicBezTo>
                  <a:cubicBezTo>
                    <a:pt x="18914" y="8439"/>
                    <a:pt x="19180" y="7538"/>
                    <a:pt x="19414" y="6637"/>
                  </a:cubicBezTo>
                  <a:cubicBezTo>
                    <a:pt x="19781" y="5036"/>
                    <a:pt x="19914" y="3201"/>
                    <a:pt x="18847" y="1900"/>
                  </a:cubicBezTo>
                  <a:cubicBezTo>
                    <a:pt x="18013" y="866"/>
                    <a:pt x="16612" y="533"/>
                    <a:pt x="15311" y="333"/>
                  </a:cubicBezTo>
                  <a:cubicBezTo>
                    <a:pt x="13975" y="109"/>
                    <a:pt x="12620" y="0"/>
                    <a:pt x="112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45"/>
            <p:cNvSpPr/>
            <p:nvPr/>
          </p:nvSpPr>
          <p:spPr>
            <a:xfrm flipH="1">
              <a:off x="7172577" y="2672628"/>
              <a:ext cx="448536" cy="238040"/>
            </a:xfrm>
            <a:custGeom>
              <a:rect b="b" l="l" r="r" t="t"/>
              <a:pathLst>
                <a:path extrusionOk="0" h="10569" w="19915">
                  <a:moveTo>
                    <a:pt x="11324" y="0"/>
                  </a:moveTo>
                  <a:cubicBezTo>
                    <a:pt x="7427" y="0"/>
                    <a:pt x="3529" y="906"/>
                    <a:pt x="0" y="2496"/>
                  </a:cubicBezTo>
                  <a:cubicBezTo>
                    <a:pt x="467" y="4598"/>
                    <a:pt x="1101" y="6766"/>
                    <a:pt x="2469" y="8434"/>
                  </a:cubicBezTo>
                  <a:cubicBezTo>
                    <a:pt x="3511" y="9705"/>
                    <a:pt x="5153" y="10569"/>
                    <a:pt x="6762" y="10569"/>
                  </a:cubicBezTo>
                  <a:cubicBezTo>
                    <a:pt x="7264" y="10569"/>
                    <a:pt x="7763" y="10484"/>
                    <a:pt x="8240" y="10302"/>
                  </a:cubicBezTo>
                  <a:cubicBezTo>
                    <a:pt x="9340" y="9868"/>
                    <a:pt x="10308" y="8934"/>
                    <a:pt x="11475" y="8934"/>
                  </a:cubicBezTo>
                  <a:cubicBezTo>
                    <a:pt x="11508" y="8933"/>
                    <a:pt x="11540" y="8932"/>
                    <a:pt x="11573" y="8932"/>
                  </a:cubicBezTo>
                  <a:cubicBezTo>
                    <a:pt x="13127" y="8932"/>
                    <a:pt x="14343" y="10469"/>
                    <a:pt x="15912" y="10502"/>
                  </a:cubicBezTo>
                  <a:cubicBezTo>
                    <a:pt x="16846" y="10502"/>
                    <a:pt x="17746" y="9968"/>
                    <a:pt x="18313" y="9201"/>
                  </a:cubicBezTo>
                  <a:cubicBezTo>
                    <a:pt x="18914" y="8467"/>
                    <a:pt x="19181" y="7533"/>
                    <a:pt x="19414" y="6632"/>
                  </a:cubicBezTo>
                  <a:cubicBezTo>
                    <a:pt x="19781" y="5031"/>
                    <a:pt x="19915" y="3197"/>
                    <a:pt x="18847" y="1896"/>
                  </a:cubicBezTo>
                  <a:cubicBezTo>
                    <a:pt x="18013" y="862"/>
                    <a:pt x="16612" y="528"/>
                    <a:pt x="15311" y="328"/>
                  </a:cubicBezTo>
                  <a:cubicBezTo>
                    <a:pt x="13992" y="107"/>
                    <a:pt x="12658" y="0"/>
                    <a:pt x="11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45"/>
            <p:cNvSpPr/>
            <p:nvPr/>
          </p:nvSpPr>
          <p:spPr>
            <a:xfrm flipH="1">
              <a:off x="7269491" y="2672966"/>
              <a:ext cx="222410" cy="237928"/>
            </a:xfrm>
            <a:custGeom>
              <a:rect b="b" l="l" r="r" t="t"/>
              <a:pathLst>
                <a:path extrusionOk="0" h="10564" w="9875">
                  <a:moveTo>
                    <a:pt x="5744" y="0"/>
                  </a:moveTo>
                  <a:cubicBezTo>
                    <a:pt x="4519" y="0"/>
                    <a:pt x="3290" y="83"/>
                    <a:pt x="2069" y="246"/>
                  </a:cubicBezTo>
                  <a:lnTo>
                    <a:pt x="1" y="10454"/>
                  </a:lnTo>
                  <a:cubicBezTo>
                    <a:pt x="346" y="10523"/>
                    <a:pt x="692" y="10563"/>
                    <a:pt x="1032" y="10563"/>
                  </a:cubicBezTo>
                  <a:cubicBezTo>
                    <a:pt x="1514" y="10563"/>
                    <a:pt x="1986" y="10482"/>
                    <a:pt x="2436" y="10287"/>
                  </a:cubicBezTo>
                  <a:cubicBezTo>
                    <a:pt x="3570" y="9853"/>
                    <a:pt x="4537" y="8919"/>
                    <a:pt x="5705" y="8919"/>
                  </a:cubicBezTo>
                  <a:cubicBezTo>
                    <a:pt x="6172" y="8919"/>
                    <a:pt x="6572" y="9019"/>
                    <a:pt x="7006" y="9186"/>
                  </a:cubicBezTo>
                  <a:lnTo>
                    <a:pt x="9875" y="313"/>
                  </a:lnTo>
                  <a:cubicBezTo>
                    <a:pt x="9774" y="313"/>
                    <a:pt x="9674" y="280"/>
                    <a:pt x="9574" y="280"/>
                  </a:cubicBezTo>
                  <a:cubicBezTo>
                    <a:pt x="8311" y="92"/>
                    <a:pt x="7030" y="0"/>
                    <a:pt x="5744" y="0"/>
                  </a:cubicBezTo>
                  <a:close/>
                </a:path>
              </a:pathLst>
            </a:custGeom>
            <a:solidFill>
              <a:srgbClr val="88C9ED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5"/>
            <p:cNvSpPr/>
            <p:nvPr/>
          </p:nvSpPr>
          <p:spPr>
            <a:xfrm flipH="1">
              <a:off x="7347622" y="2528641"/>
              <a:ext cx="315563" cy="222748"/>
            </a:xfrm>
            <a:custGeom>
              <a:rect b="b" l="l" r="r" t="t"/>
              <a:pathLst>
                <a:path extrusionOk="0" h="9890" w="14011">
                  <a:moveTo>
                    <a:pt x="2151" y="1"/>
                  </a:moveTo>
                  <a:cubicBezTo>
                    <a:pt x="1943" y="1"/>
                    <a:pt x="1735" y="28"/>
                    <a:pt x="1535" y="83"/>
                  </a:cubicBezTo>
                  <a:cubicBezTo>
                    <a:pt x="801" y="350"/>
                    <a:pt x="0" y="1150"/>
                    <a:pt x="134" y="1917"/>
                  </a:cubicBezTo>
                  <a:cubicBezTo>
                    <a:pt x="367" y="4019"/>
                    <a:pt x="1368" y="5987"/>
                    <a:pt x="2936" y="7421"/>
                  </a:cubicBezTo>
                  <a:cubicBezTo>
                    <a:pt x="4470" y="8889"/>
                    <a:pt x="6472" y="9756"/>
                    <a:pt x="8607" y="9890"/>
                  </a:cubicBezTo>
                  <a:cubicBezTo>
                    <a:pt x="8673" y="9890"/>
                    <a:pt x="8707" y="9856"/>
                    <a:pt x="8707" y="9756"/>
                  </a:cubicBezTo>
                  <a:cubicBezTo>
                    <a:pt x="8707" y="9690"/>
                    <a:pt x="8673" y="9656"/>
                    <a:pt x="8607" y="9590"/>
                  </a:cubicBezTo>
                  <a:cubicBezTo>
                    <a:pt x="7172" y="9356"/>
                    <a:pt x="6272" y="7922"/>
                    <a:pt x="5871" y="6688"/>
                  </a:cubicBezTo>
                  <a:lnTo>
                    <a:pt x="5771" y="6187"/>
                  </a:lnTo>
                  <a:lnTo>
                    <a:pt x="5771" y="6187"/>
                  </a:lnTo>
                  <a:cubicBezTo>
                    <a:pt x="6205" y="6721"/>
                    <a:pt x="6772" y="7221"/>
                    <a:pt x="7339" y="7688"/>
                  </a:cubicBezTo>
                  <a:cubicBezTo>
                    <a:pt x="9007" y="8922"/>
                    <a:pt x="11142" y="9656"/>
                    <a:pt x="13210" y="9656"/>
                  </a:cubicBezTo>
                  <a:lnTo>
                    <a:pt x="13443" y="9656"/>
                  </a:lnTo>
                  <a:cubicBezTo>
                    <a:pt x="13610" y="9656"/>
                    <a:pt x="13710" y="9656"/>
                    <a:pt x="13877" y="9590"/>
                  </a:cubicBezTo>
                  <a:cubicBezTo>
                    <a:pt x="13977" y="9590"/>
                    <a:pt x="14010" y="9523"/>
                    <a:pt x="14010" y="9423"/>
                  </a:cubicBezTo>
                  <a:cubicBezTo>
                    <a:pt x="14010" y="9356"/>
                    <a:pt x="13944" y="9323"/>
                    <a:pt x="13877" y="9323"/>
                  </a:cubicBezTo>
                  <a:lnTo>
                    <a:pt x="13477" y="9323"/>
                  </a:lnTo>
                  <a:cubicBezTo>
                    <a:pt x="12609" y="9256"/>
                    <a:pt x="11675" y="8722"/>
                    <a:pt x="11108" y="7855"/>
                  </a:cubicBezTo>
                  <a:cubicBezTo>
                    <a:pt x="10475" y="6988"/>
                    <a:pt x="10141" y="5887"/>
                    <a:pt x="9841" y="4853"/>
                  </a:cubicBezTo>
                  <a:lnTo>
                    <a:pt x="9807" y="4719"/>
                  </a:lnTo>
                  <a:cubicBezTo>
                    <a:pt x="9474" y="3552"/>
                    <a:pt x="9107" y="2418"/>
                    <a:pt x="8373" y="1551"/>
                  </a:cubicBezTo>
                  <a:cubicBezTo>
                    <a:pt x="7798" y="839"/>
                    <a:pt x="6864" y="262"/>
                    <a:pt x="5847" y="262"/>
                  </a:cubicBezTo>
                  <a:cubicBezTo>
                    <a:pt x="5625" y="262"/>
                    <a:pt x="5398" y="290"/>
                    <a:pt x="5171" y="350"/>
                  </a:cubicBezTo>
                  <a:cubicBezTo>
                    <a:pt x="4804" y="483"/>
                    <a:pt x="4437" y="717"/>
                    <a:pt x="4137" y="1017"/>
                  </a:cubicBezTo>
                  <a:cubicBezTo>
                    <a:pt x="4003" y="850"/>
                    <a:pt x="3870" y="717"/>
                    <a:pt x="3703" y="583"/>
                  </a:cubicBezTo>
                  <a:cubicBezTo>
                    <a:pt x="3266" y="195"/>
                    <a:pt x="2706" y="1"/>
                    <a:pt x="2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45"/>
            <p:cNvSpPr/>
            <p:nvPr/>
          </p:nvSpPr>
          <p:spPr>
            <a:xfrm flipH="1">
              <a:off x="7625595" y="2798371"/>
              <a:ext cx="151036" cy="182162"/>
            </a:xfrm>
            <a:custGeom>
              <a:rect b="b" l="l" r="r" t="t"/>
              <a:pathLst>
                <a:path extrusionOk="0" h="8088" w="6706">
                  <a:moveTo>
                    <a:pt x="3180" y="1"/>
                  </a:moveTo>
                  <a:cubicBezTo>
                    <a:pt x="2632" y="1"/>
                    <a:pt x="2083" y="150"/>
                    <a:pt x="1635" y="449"/>
                  </a:cubicBezTo>
                  <a:cubicBezTo>
                    <a:pt x="501" y="1216"/>
                    <a:pt x="0" y="2717"/>
                    <a:pt x="234" y="4052"/>
                  </a:cubicBezTo>
                  <a:cubicBezTo>
                    <a:pt x="501" y="5386"/>
                    <a:pt x="1468" y="6520"/>
                    <a:pt x="2602" y="7221"/>
                  </a:cubicBezTo>
                  <a:cubicBezTo>
                    <a:pt x="3604" y="7805"/>
                    <a:pt x="4723" y="8088"/>
                    <a:pt x="5860" y="8088"/>
                  </a:cubicBezTo>
                  <a:cubicBezTo>
                    <a:pt x="6086" y="8088"/>
                    <a:pt x="6312" y="8077"/>
                    <a:pt x="6538" y="8054"/>
                  </a:cubicBezTo>
                  <a:cubicBezTo>
                    <a:pt x="6071" y="5686"/>
                    <a:pt x="6705" y="2851"/>
                    <a:pt x="5271" y="949"/>
                  </a:cubicBezTo>
                  <a:cubicBezTo>
                    <a:pt x="4777" y="317"/>
                    <a:pt x="3978" y="1"/>
                    <a:pt x="3180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45"/>
            <p:cNvSpPr/>
            <p:nvPr/>
          </p:nvSpPr>
          <p:spPr>
            <a:xfrm flipH="1">
              <a:off x="7122983" y="3274271"/>
              <a:ext cx="666418" cy="1125449"/>
            </a:xfrm>
            <a:custGeom>
              <a:rect b="b" l="l" r="r" t="t"/>
              <a:pathLst>
                <a:path extrusionOk="0" h="49970" w="29589">
                  <a:moveTo>
                    <a:pt x="5905" y="0"/>
                  </a:moveTo>
                  <a:lnTo>
                    <a:pt x="0" y="25085"/>
                  </a:lnTo>
                  <a:lnTo>
                    <a:pt x="3103" y="45466"/>
                  </a:lnTo>
                  <a:lnTo>
                    <a:pt x="1535" y="49970"/>
                  </a:lnTo>
                  <a:lnTo>
                    <a:pt x="29588" y="49970"/>
                  </a:lnTo>
                  <a:cubicBezTo>
                    <a:pt x="24485" y="44632"/>
                    <a:pt x="18547" y="38495"/>
                    <a:pt x="14811" y="34992"/>
                  </a:cubicBezTo>
                  <a:cubicBezTo>
                    <a:pt x="8740" y="29288"/>
                    <a:pt x="6672" y="8306"/>
                    <a:pt x="6105" y="0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45"/>
            <p:cNvSpPr/>
            <p:nvPr/>
          </p:nvSpPr>
          <p:spPr>
            <a:xfrm flipH="1">
              <a:off x="8400166" y="3327244"/>
              <a:ext cx="124752" cy="195721"/>
            </a:xfrm>
            <a:custGeom>
              <a:rect b="b" l="l" r="r" t="t"/>
              <a:pathLst>
                <a:path extrusionOk="0" h="8690" w="5539">
                  <a:moveTo>
                    <a:pt x="3776" y="1"/>
                  </a:moveTo>
                  <a:cubicBezTo>
                    <a:pt x="3150" y="1"/>
                    <a:pt x="2533" y="378"/>
                    <a:pt x="2269" y="984"/>
                  </a:cubicBezTo>
                  <a:lnTo>
                    <a:pt x="1" y="6421"/>
                  </a:lnTo>
                  <a:lnTo>
                    <a:pt x="4004" y="8690"/>
                  </a:lnTo>
                  <a:lnTo>
                    <a:pt x="5371" y="1952"/>
                  </a:lnTo>
                  <a:cubicBezTo>
                    <a:pt x="5538" y="1118"/>
                    <a:pt x="5071" y="317"/>
                    <a:pt x="4270" y="84"/>
                  </a:cubicBezTo>
                  <a:cubicBezTo>
                    <a:pt x="4109" y="28"/>
                    <a:pt x="3942" y="1"/>
                    <a:pt x="3776" y="1"/>
                  </a:cubicBezTo>
                  <a:close/>
                </a:path>
              </a:pathLst>
            </a:custGeom>
            <a:solidFill>
              <a:srgbClr val="E28988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45"/>
            <p:cNvSpPr/>
            <p:nvPr/>
          </p:nvSpPr>
          <p:spPr>
            <a:xfrm flipH="1">
              <a:off x="8303252" y="3152762"/>
              <a:ext cx="410991" cy="576058"/>
            </a:xfrm>
            <a:custGeom>
              <a:rect b="b" l="l" r="r" t="t"/>
              <a:pathLst>
                <a:path extrusionOk="0" h="25577" w="18248">
                  <a:moveTo>
                    <a:pt x="7779" y="1"/>
                  </a:moveTo>
                  <a:cubicBezTo>
                    <a:pt x="7340" y="1"/>
                    <a:pt x="6915" y="221"/>
                    <a:pt x="6672" y="625"/>
                  </a:cubicBezTo>
                  <a:cubicBezTo>
                    <a:pt x="6389" y="493"/>
                    <a:pt x="6090" y="430"/>
                    <a:pt x="5794" y="430"/>
                  </a:cubicBezTo>
                  <a:cubicBezTo>
                    <a:pt x="5045" y="430"/>
                    <a:pt x="4319" y="833"/>
                    <a:pt x="3937" y="1526"/>
                  </a:cubicBezTo>
                  <a:lnTo>
                    <a:pt x="1" y="8331"/>
                  </a:lnTo>
                  <a:lnTo>
                    <a:pt x="1" y="17471"/>
                  </a:lnTo>
                  <a:lnTo>
                    <a:pt x="10575" y="25577"/>
                  </a:lnTo>
                  <a:lnTo>
                    <a:pt x="18247" y="20473"/>
                  </a:lnTo>
                  <a:cubicBezTo>
                    <a:pt x="18247" y="20473"/>
                    <a:pt x="15679" y="15669"/>
                    <a:pt x="9474" y="13935"/>
                  </a:cubicBezTo>
                  <a:lnTo>
                    <a:pt x="9074" y="9098"/>
                  </a:lnTo>
                  <a:lnTo>
                    <a:pt x="11776" y="4995"/>
                  </a:lnTo>
                  <a:cubicBezTo>
                    <a:pt x="12243" y="4328"/>
                    <a:pt x="12076" y="3461"/>
                    <a:pt x="11409" y="2960"/>
                  </a:cubicBezTo>
                  <a:cubicBezTo>
                    <a:pt x="11135" y="2759"/>
                    <a:pt x="10818" y="2657"/>
                    <a:pt x="10500" y="2657"/>
                  </a:cubicBezTo>
                  <a:cubicBezTo>
                    <a:pt x="10082" y="2657"/>
                    <a:pt x="9663" y="2834"/>
                    <a:pt x="9341" y="3194"/>
                  </a:cubicBezTo>
                  <a:lnTo>
                    <a:pt x="7439" y="5462"/>
                  </a:lnTo>
                  <a:lnTo>
                    <a:pt x="7439" y="5462"/>
                  </a:lnTo>
                  <a:lnTo>
                    <a:pt x="9307" y="2227"/>
                  </a:lnTo>
                  <a:cubicBezTo>
                    <a:pt x="9641" y="1693"/>
                    <a:pt x="9508" y="992"/>
                    <a:pt x="9007" y="625"/>
                  </a:cubicBezTo>
                  <a:lnTo>
                    <a:pt x="8607" y="292"/>
                  </a:lnTo>
                  <a:cubicBezTo>
                    <a:pt x="8357" y="94"/>
                    <a:pt x="8065" y="1"/>
                    <a:pt x="7779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5"/>
            <p:cNvSpPr/>
            <p:nvPr/>
          </p:nvSpPr>
          <p:spPr>
            <a:xfrm flipH="1">
              <a:off x="8556450" y="3160082"/>
              <a:ext cx="123986" cy="318558"/>
            </a:xfrm>
            <a:custGeom>
              <a:rect b="b" l="l" r="r" t="t"/>
              <a:pathLst>
                <a:path extrusionOk="0" h="14144" w="5505">
                  <a:moveTo>
                    <a:pt x="5221" y="0"/>
                  </a:moveTo>
                  <a:cubicBezTo>
                    <a:pt x="5134" y="0"/>
                    <a:pt x="5038" y="45"/>
                    <a:pt x="4971" y="134"/>
                  </a:cubicBezTo>
                  <a:lnTo>
                    <a:pt x="735" y="7205"/>
                  </a:lnTo>
                  <a:cubicBezTo>
                    <a:pt x="668" y="7239"/>
                    <a:pt x="668" y="7305"/>
                    <a:pt x="668" y="7339"/>
                  </a:cubicBezTo>
                  <a:lnTo>
                    <a:pt x="1" y="13843"/>
                  </a:lnTo>
                  <a:cubicBezTo>
                    <a:pt x="1" y="13977"/>
                    <a:pt x="134" y="14144"/>
                    <a:pt x="301" y="14144"/>
                  </a:cubicBezTo>
                  <a:cubicBezTo>
                    <a:pt x="434" y="14144"/>
                    <a:pt x="568" y="14010"/>
                    <a:pt x="601" y="13877"/>
                  </a:cubicBezTo>
                  <a:lnTo>
                    <a:pt x="1235" y="7439"/>
                  </a:lnTo>
                  <a:lnTo>
                    <a:pt x="5438" y="400"/>
                  </a:lnTo>
                  <a:cubicBezTo>
                    <a:pt x="5505" y="300"/>
                    <a:pt x="5471" y="134"/>
                    <a:pt x="5338" y="34"/>
                  </a:cubicBezTo>
                  <a:cubicBezTo>
                    <a:pt x="5305" y="11"/>
                    <a:pt x="5264" y="0"/>
                    <a:pt x="5221" y="0"/>
                  </a:cubicBezTo>
                  <a:close/>
                </a:path>
              </a:pathLst>
            </a:custGeom>
            <a:solidFill>
              <a:srgbClr val="E59E9C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45"/>
            <p:cNvSpPr/>
            <p:nvPr/>
          </p:nvSpPr>
          <p:spPr>
            <a:xfrm flipH="1">
              <a:off x="8539175" y="3269767"/>
              <a:ext cx="66126" cy="208874"/>
            </a:xfrm>
            <a:custGeom>
              <a:rect b="b" l="l" r="r" t="t"/>
              <a:pathLst>
                <a:path extrusionOk="0" h="9274" w="2936">
                  <a:moveTo>
                    <a:pt x="2630" y="0"/>
                  </a:moveTo>
                  <a:cubicBezTo>
                    <a:pt x="2536" y="0"/>
                    <a:pt x="2447" y="45"/>
                    <a:pt x="2402" y="134"/>
                  </a:cubicBezTo>
                  <a:lnTo>
                    <a:pt x="501" y="3269"/>
                  </a:lnTo>
                  <a:cubicBezTo>
                    <a:pt x="468" y="3303"/>
                    <a:pt x="468" y="3336"/>
                    <a:pt x="468" y="3369"/>
                  </a:cubicBezTo>
                  <a:lnTo>
                    <a:pt x="1" y="8973"/>
                  </a:lnTo>
                  <a:cubicBezTo>
                    <a:pt x="1" y="9107"/>
                    <a:pt x="134" y="9274"/>
                    <a:pt x="301" y="9274"/>
                  </a:cubicBezTo>
                  <a:cubicBezTo>
                    <a:pt x="434" y="9274"/>
                    <a:pt x="568" y="9140"/>
                    <a:pt x="568" y="9007"/>
                  </a:cubicBezTo>
                  <a:lnTo>
                    <a:pt x="1001" y="3503"/>
                  </a:lnTo>
                  <a:lnTo>
                    <a:pt x="2836" y="434"/>
                  </a:lnTo>
                  <a:cubicBezTo>
                    <a:pt x="2936" y="301"/>
                    <a:pt x="2903" y="134"/>
                    <a:pt x="2769" y="34"/>
                  </a:cubicBezTo>
                  <a:cubicBezTo>
                    <a:pt x="2725" y="11"/>
                    <a:pt x="2676" y="0"/>
                    <a:pt x="2630" y="0"/>
                  </a:cubicBezTo>
                  <a:close/>
                </a:path>
              </a:pathLst>
            </a:custGeom>
            <a:solidFill>
              <a:srgbClr val="E59E9C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5"/>
            <p:cNvSpPr/>
            <p:nvPr/>
          </p:nvSpPr>
          <p:spPr>
            <a:xfrm flipH="1">
              <a:off x="7715009" y="3592064"/>
              <a:ext cx="761080" cy="590653"/>
            </a:xfrm>
            <a:custGeom>
              <a:rect b="b" l="l" r="r" t="t"/>
              <a:pathLst>
                <a:path extrusionOk="0" h="26225" w="33792">
                  <a:moveTo>
                    <a:pt x="7206" y="1"/>
                  </a:moveTo>
                  <a:lnTo>
                    <a:pt x="1" y="6072"/>
                  </a:lnTo>
                  <a:lnTo>
                    <a:pt x="19381" y="23651"/>
                  </a:lnTo>
                  <a:cubicBezTo>
                    <a:pt x="21275" y="25349"/>
                    <a:pt x="23693" y="26225"/>
                    <a:pt x="26136" y="26225"/>
                  </a:cubicBezTo>
                  <a:cubicBezTo>
                    <a:pt x="27868" y="26225"/>
                    <a:pt x="29612" y="25785"/>
                    <a:pt x="31190" y="24885"/>
                  </a:cubicBezTo>
                  <a:lnTo>
                    <a:pt x="32624" y="24051"/>
                  </a:lnTo>
                  <a:lnTo>
                    <a:pt x="33792" y="15812"/>
                  </a:lnTo>
                  <a:lnTo>
                    <a:pt x="7206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5"/>
            <p:cNvSpPr/>
            <p:nvPr/>
          </p:nvSpPr>
          <p:spPr>
            <a:xfrm flipH="1">
              <a:off x="7657914" y="3275780"/>
              <a:ext cx="455292" cy="696463"/>
            </a:xfrm>
            <a:custGeom>
              <a:rect b="b" l="l" r="r" t="t"/>
              <a:pathLst>
                <a:path extrusionOk="0" h="30923" w="20215">
                  <a:moveTo>
                    <a:pt x="20215" y="0"/>
                  </a:moveTo>
                  <a:lnTo>
                    <a:pt x="20215" y="0"/>
                  </a:lnTo>
                  <a:cubicBezTo>
                    <a:pt x="15345" y="934"/>
                    <a:pt x="11008" y="3736"/>
                    <a:pt x="8140" y="7806"/>
                  </a:cubicBezTo>
                  <a:lnTo>
                    <a:pt x="0" y="19414"/>
                  </a:lnTo>
                  <a:cubicBezTo>
                    <a:pt x="7506" y="24284"/>
                    <a:pt x="17813" y="30922"/>
                    <a:pt x="17813" y="30922"/>
                  </a:cubicBezTo>
                  <a:lnTo>
                    <a:pt x="202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5"/>
            <p:cNvSpPr/>
            <p:nvPr/>
          </p:nvSpPr>
          <p:spPr>
            <a:xfrm flipH="1">
              <a:off x="7702239" y="3634879"/>
              <a:ext cx="410968" cy="337365"/>
            </a:xfrm>
            <a:custGeom>
              <a:rect b="b" l="l" r="r" t="t"/>
              <a:pathLst>
                <a:path extrusionOk="0" h="14979" w="18247">
                  <a:moveTo>
                    <a:pt x="2436" y="1"/>
                  </a:moveTo>
                  <a:lnTo>
                    <a:pt x="0" y="3470"/>
                  </a:lnTo>
                  <a:cubicBezTo>
                    <a:pt x="7339" y="8307"/>
                    <a:pt x="17813" y="14978"/>
                    <a:pt x="17813" y="14978"/>
                  </a:cubicBezTo>
                  <a:lnTo>
                    <a:pt x="18247" y="9908"/>
                  </a:lnTo>
                  <a:lnTo>
                    <a:pt x="24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5"/>
            <p:cNvSpPr/>
            <p:nvPr/>
          </p:nvSpPr>
          <p:spPr>
            <a:xfrm flipH="1">
              <a:off x="7869018" y="3382447"/>
              <a:ext cx="244189" cy="486869"/>
            </a:xfrm>
            <a:custGeom>
              <a:rect b="b" l="l" r="r" t="t"/>
              <a:pathLst>
                <a:path extrusionOk="0" h="21617" w="10842">
                  <a:moveTo>
                    <a:pt x="10842" y="1"/>
                  </a:moveTo>
                  <a:lnTo>
                    <a:pt x="10842" y="1"/>
                  </a:lnTo>
                  <a:cubicBezTo>
                    <a:pt x="9841" y="902"/>
                    <a:pt x="8940" y="1969"/>
                    <a:pt x="8140" y="3070"/>
                  </a:cubicBezTo>
                  <a:lnTo>
                    <a:pt x="0" y="14678"/>
                  </a:lnTo>
                  <a:cubicBezTo>
                    <a:pt x="3403" y="16880"/>
                    <a:pt x="7406" y="19482"/>
                    <a:pt x="10675" y="21616"/>
                  </a:cubicBezTo>
                  <a:cubicBezTo>
                    <a:pt x="9741" y="14778"/>
                    <a:pt x="10441" y="4571"/>
                    <a:pt x="108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45"/>
            <p:cNvSpPr/>
            <p:nvPr/>
          </p:nvSpPr>
          <p:spPr>
            <a:xfrm flipH="1">
              <a:off x="8314535" y="3592064"/>
              <a:ext cx="23" cy="23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38D6D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45"/>
            <p:cNvSpPr/>
            <p:nvPr/>
          </p:nvSpPr>
          <p:spPr>
            <a:xfrm flipH="1">
              <a:off x="7866022" y="3586253"/>
              <a:ext cx="456801" cy="289076"/>
            </a:xfrm>
            <a:custGeom>
              <a:rect b="b" l="l" r="r" t="t"/>
              <a:pathLst>
                <a:path extrusionOk="0" h="12835" w="20282">
                  <a:moveTo>
                    <a:pt x="303" y="0"/>
                  </a:moveTo>
                  <a:cubicBezTo>
                    <a:pt x="218" y="0"/>
                    <a:pt x="141" y="44"/>
                    <a:pt x="101" y="125"/>
                  </a:cubicBezTo>
                  <a:cubicBezTo>
                    <a:pt x="1" y="259"/>
                    <a:pt x="68" y="425"/>
                    <a:pt x="168" y="492"/>
                  </a:cubicBezTo>
                  <a:lnTo>
                    <a:pt x="19815" y="12801"/>
                  </a:lnTo>
                  <a:cubicBezTo>
                    <a:pt x="19915" y="12834"/>
                    <a:pt x="19948" y="12834"/>
                    <a:pt x="19982" y="12834"/>
                  </a:cubicBezTo>
                  <a:cubicBezTo>
                    <a:pt x="20115" y="12834"/>
                    <a:pt x="20215" y="12801"/>
                    <a:pt x="20215" y="12734"/>
                  </a:cubicBezTo>
                  <a:cubicBezTo>
                    <a:pt x="20282" y="12601"/>
                    <a:pt x="20249" y="12434"/>
                    <a:pt x="20115" y="12334"/>
                  </a:cubicBezTo>
                  <a:lnTo>
                    <a:pt x="468" y="58"/>
                  </a:lnTo>
                  <a:cubicBezTo>
                    <a:pt x="415" y="19"/>
                    <a:pt x="357" y="0"/>
                    <a:pt x="303" y="0"/>
                  </a:cubicBezTo>
                  <a:close/>
                </a:path>
              </a:pathLst>
            </a:custGeom>
            <a:solidFill>
              <a:srgbClr val="E59E9C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5"/>
            <p:cNvSpPr/>
            <p:nvPr/>
          </p:nvSpPr>
          <p:spPr>
            <a:xfrm flipH="1">
              <a:off x="7718770" y="3151276"/>
              <a:ext cx="994706" cy="1032026"/>
            </a:xfrm>
            <a:custGeom>
              <a:rect b="b" l="l" r="r" t="t"/>
              <a:pathLst>
                <a:path extrusionOk="0" h="45822" w="44165">
                  <a:moveTo>
                    <a:pt x="7779" y="0"/>
                  </a:moveTo>
                  <a:cubicBezTo>
                    <a:pt x="7340" y="0"/>
                    <a:pt x="6914" y="221"/>
                    <a:pt x="6672" y="625"/>
                  </a:cubicBezTo>
                  <a:cubicBezTo>
                    <a:pt x="6409" y="507"/>
                    <a:pt x="6126" y="451"/>
                    <a:pt x="5843" y="451"/>
                  </a:cubicBezTo>
                  <a:cubicBezTo>
                    <a:pt x="5085" y="451"/>
                    <a:pt x="4325" y="854"/>
                    <a:pt x="3936" y="1559"/>
                  </a:cubicBezTo>
                  <a:lnTo>
                    <a:pt x="0" y="8364"/>
                  </a:lnTo>
                  <a:lnTo>
                    <a:pt x="0" y="17470"/>
                  </a:lnTo>
                  <a:lnTo>
                    <a:pt x="10541" y="25643"/>
                  </a:lnTo>
                  <a:lnTo>
                    <a:pt x="29888" y="43222"/>
                  </a:lnTo>
                  <a:cubicBezTo>
                    <a:pt x="30255" y="43555"/>
                    <a:pt x="30622" y="43822"/>
                    <a:pt x="31056" y="44122"/>
                  </a:cubicBezTo>
                  <a:cubicBezTo>
                    <a:pt x="32708" y="45242"/>
                    <a:pt x="34654" y="45822"/>
                    <a:pt x="36621" y="45822"/>
                  </a:cubicBezTo>
                  <a:cubicBezTo>
                    <a:pt x="38347" y="45822"/>
                    <a:pt x="40089" y="45376"/>
                    <a:pt x="41663" y="44456"/>
                  </a:cubicBezTo>
                  <a:lnTo>
                    <a:pt x="43131" y="43622"/>
                  </a:lnTo>
                  <a:lnTo>
                    <a:pt x="44165" y="36284"/>
                  </a:lnTo>
                  <a:lnTo>
                    <a:pt x="37393" y="38152"/>
                  </a:lnTo>
                  <a:cubicBezTo>
                    <a:pt x="36534" y="38391"/>
                    <a:pt x="35662" y="38508"/>
                    <a:pt x="34799" y="38508"/>
                  </a:cubicBezTo>
                  <a:cubicBezTo>
                    <a:pt x="32416" y="38508"/>
                    <a:pt x="30099" y="37616"/>
                    <a:pt x="28287" y="35950"/>
                  </a:cubicBezTo>
                  <a:lnTo>
                    <a:pt x="15278" y="23941"/>
                  </a:lnTo>
                  <a:cubicBezTo>
                    <a:pt x="10808" y="17103"/>
                    <a:pt x="3636" y="14301"/>
                    <a:pt x="3636" y="14301"/>
                  </a:cubicBezTo>
                  <a:lnTo>
                    <a:pt x="4236" y="6963"/>
                  </a:lnTo>
                  <a:lnTo>
                    <a:pt x="8873" y="525"/>
                  </a:lnTo>
                  <a:lnTo>
                    <a:pt x="8606" y="291"/>
                  </a:lnTo>
                  <a:cubicBezTo>
                    <a:pt x="8356" y="94"/>
                    <a:pt x="8065" y="0"/>
                    <a:pt x="7779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5"/>
            <p:cNvSpPr/>
            <p:nvPr/>
          </p:nvSpPr>
          <p:spPr>
            <a:xfrm flipH="1">
              <a:off x="6172623" y="3301276"/>
              <a:ext cx="135991" cy="196148"/>
            </a:xfrm>
            <a:custGeom>
              <a:rect b="b" l="l" r="r" t="t"/>
              <a:pathLst>
                <a:path extrusionOk="0" h="8709" w="6038">
                  <a:moveTo>
                    <a:pt x="1761" y="1"/>
                  </a:moveTo>
                  <a:cubicBezTo>
                    <a:pt x="1543" y="1"/>
                    <a:pt x="1320" y="45"/>
                    <a:pt x="1101" y="136"/>
                  </a:cubicBezTo>
                  <a:cubicBezTo>
                    <a:pt x="367" y="469"/>
                    <a:pt x="0" y="1370"/>
                    <a:pt x="234" y="2104"/>
                  </a:cubicBezTo>
                  <a:lnTo>
                    <a:pt x="2302" y="8709"/>
                  </a:lnTo>
                  <a:lnTo>
                    <a:pt x="6038" y="5973"/>
                  </a:lnTo>
                  <a:lnTo>
                    <a:pt x="3203" y="870"/>
                  </a:lnTo>
                  <a:cubicBezTo>
                    <a:pt x="2887" y="312"/>
                    <a:pt x="2343" y="1"/>
                    <a:pt x="1761" y="1"/>
                  </a:cubicBezTo>
                  <a:close/>
                </a:path>
              </a:pathLst>
            </a:custGeom>
            <a:solidFill>
              <a:srgbClr val="E28988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45"/>
            <p:cNvSpPr/>
            <p:nvPr/>
          </p:nvSpPr>
          <p:spPr>
            <a:xfrm flipH="1">
              <a:off x="5964515" y="3141231"/>
              <a:ext cx="129234" cy="306599"/>
            </a:xfrm>
            <a:custGeom>
              <a:rect b="b" l="l" r="r" t="t"/>
              <a:pathLst>
                <a:path extrusionOk="0" h="13613" w="5738">
                  <a:moveTo>
                    <a:pt x="1687" y="1"/>
                  </a:moveTo>
                  <a:cubicBezTo>
                    <a:pt x="1659" y="1"/>
                    <a:pt x="1630" y="2"/>
                    <a:pt x="1602" y="3"/>
                  </a:cubicBezTo>
                  <a:cubicBezTo>
                    <a:pt x="634" y="37"/>
                    <a:pt x="0" y="1037"/>
                    <a:pt x="367" y="1938"/>
                  </a:cubicBezTo>
                  <a:lnTo>
                    <a:pt x="2436" y="6841"/>
                  </a:lnTo>
                  <a:lnTo>
                    <a:pt x="1201" y="12612"/>
                  </a:lnTo>
                  <a:lnTo>
                    <a:pt x="4637" y="13613"/>
                  </a:lnTo>
                  <a:lnTo>
                    <a:pt x="5738" y="6341"/>
                  </a:lnTo>
                  <a:lnTo>
                    <a:pt x="2903" y="737"/>
                  </a:lnTo>
                  <a:cubicBezTo>
                    <a:pt x="2681" y="294"/>
                    <a:pt x="2219" y="1"/>
                    <a:pt x="1687" y="1"/>
                  </a:cubicBezTo>
                  <a:close/>
                </a:path>
              </a:pathLst>
            </a:custGeom>
            <a:solidFill>
              <a:srgbClr val="EAA5A0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5"/>
            <p:cNvSpPr/>
            <p:nvPr/>
          </p:nvSpPr>
          <p:spPr>
            <a:xfrm flipH="1">
              <a:off x="5976520" y="3116434"/>
              <a:ext cx="401216" cy="580833"/>
            </a:xfrm>
            <a:custGeom>
              <a:rect b="b" l="l" r="r" t="t"/>
              <a:pathLst>
                <a:path extrusionOk="0" h="25789" w="17814">
                  <a:moveTo>
                    <a:pt x="8354" y="0"/>
                  </a:moveTo>
                  <a:cubicBezTo>
                    <a:pt x="8020" y="0"/>
                    <a:pt x="7684" y="128"/>
                    <a:pt x="7439" y="404"/>
                  </a:cubicBezTo>
                  <a:lnTo>
                    <a:pt x="7039" y="771"/>
                  </a:lnTo>
                  <a:cubicBezTo>
                    <a:pt x="6605" y="1238"/>
                    <a:pt x="6572" y="1938"/>
                    <a:pt x="6939" y="2439"/>
                  </a:cubicBezTo>
                  <a:lnTo>
                    <a:pt x="9140" y="5441"/>
                  </a:lnTo>
                  <a:lnTo>
                    <a:pt x="7005" y="3406"/>
                  </a:lnTo>
                  <a:cubicBezTo>
                    <a:pt x="6713" y="3148"/>
                    <a:pt x="6332" y="3005"/>
                    <a:pt x="5954" y="3005"/>
                  </a:cubicBezTo>
                  <a:cubicBezTo>
                    <a:pt x="5598" y="3005"/>
                    <a:pt x="5245" y="3131"/>
                    <a:pt x="4971" y="3406"/>
                  </a:cubicBezTo>
                  <a:cubicBezTo>
                    <a:pt x="4337" y="3906"/>
                    <a:pt x="4304" y="4807"/>
                    <a:pt x="4804" y="5441"/>
                  </a:cubicBezTo>
                  <a:lnTo>
                    <a:pt x="7939" y="9277"/>
                  </a:lnTo>
                  <a:lnTo>
                    <a:pt x="8006" y="14114"/>
                  </a:lnTo>
                  <a:cubicBezTo>
                    <a:pt x="2002" y="16449"/>
                    <a:pt x="0" y="21486"/>
                    <a:pt x="0" y="21486"/>
                  </a:cubicBezTo>
                  <a:lnTo>
                    <a:pt x="8240" y="25789"/>
                  </a:lnTo>
                  <a:lnTo>
                    <a:pt x="17813" y="16515"/>
                  </a:lnTo>
                  <a:lnTo>
                    <a:pt x="16846" y="7442"/>
                  </a:lnTo>
                  <a:lnTo>
                    <a:pt x="12209" y="1104"/>
                  </a:lnTo>
                  <a:cubicBezTo>
                    <a:pt x="11775" y="539"/>
                    <a:pt x="11113" y="229"/>
                    <a:pt x="10438" y="229"/>
                  </a:cubicBezTo>
                  <a:cubicBezTo>
                    <a:pt x="10076" y="229"/>
                    <a:pt x="9711" y="318"/>
                    <a:pt x="9374" y="504"/>
                  </a:cubicBezTo>
                  <a:cubicBezTo>
                    <a:pt x="9139" y="179"/>
                    <a:pt x="8748" y="0"/>
                    <a:pt x="8354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5"/>
            <p:cNvSpPr/>
            <p:nvPr/>
          </p:nvSpPr>
          <p:spPr>
            <a:xfrm flipH="1">
              <a:off x="6017848" y="3121343"/>
              <a:ext cx="155540" cy="305450"/>
            </a:xfrm>
            <a:custGeom>
              <a:rect b="b" l="l" r="r" t="t"/>
              <a:pathLst>
                <a:path extrusionOk="0" h="13562" w="6906">
                  <a:moveTo>
                    <a:pt x="326" y="1"/>
                  </a:moveTo>
                  <a:cubicBezTo>
                    <a:pt x="268" y="1"/>
                    <a:pt x="211" y="27"/>
                    <a:pt x="167" y="86"/>
                  </a:cubicBezTo>
                  <a:cubicBezTo>
                    <a:pt x="34" y="152"/>
                    <a:pt x="1" y="319"/>
                    <a:pt x="101" y="453"/>
                  </a:cubicBezTo>
                  <a:lnTo>
                    <a:pt x="5038" y="6991"/>
                  </a:lnTo>
                  <a:lnTo>
                    <a:pt x="6372" y="13328"/>
                  </a:lnTo>
                  <a:cubicBezTo>
                    <a:pt x="6372" y="13462"/>
                    <a:pt x="6505" y="13562"/>
                    <a:pt x="6605" y="13562"/>
                  </a:cubicBezTo>
                  <a:cubicBezTo>
                    <a:pt x="6772" y="13529"/>
                    <a:pt x="6906" y="13395"/>
                    <a:pt x="6872" y="13228"/>
                  </a:cubicBezTo>
                  <a:lnTo>
                    <a:pt x="5538" y="6857"/>
                  </a:lnTo>
                  <a:cubicBezTo>
                    <a:pt x="5538" y="6790"/>
                    <a:pt x="5505" y="6757"/>
                    <a:pt x="5505" y="6724"/>
                  </a:cubicBezTo>
                  <a:lnTo>
                    <a:pt x="534" y="119"/>
                  </a:lnTo>
                  <a:cubicBezTo>
                    <a:pt x="478" y="44"/>
                    <a:pt x="401" y="1"/>
                    <a:pt x="326" y="1"/>
                  </a:cubicBezTo>
                  <a:close/>
                </a:path>
              </a:pathLst>
            </a:custGeom>
            <a:solidFill>
              <a:srgbClr val="E59E9C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5"/>
            <p:cNvSpPr/>
            <p:nvPr/>
          </p:nvSpPr>
          <p:spPr>
            <a:xfrm flipH="1">
              <a:off x="6092984" y="3232402"/>
              <a:ext cx="87162" cy="202657"/>
            </a:xfrm>
            <a:custGeom>
              <a:rect b="b" l="l" r="r" t="t"/>
              <a:pathLst>
                <a:path extrusionOk="0" h="8998" w="3870">
                  <a:moveTo>
                    <a:pt x="309" y="0"/>
                  </a:moveTo>
                  <a:cubicBezTo>
                    <a:pt x="257" y="0"/>
                    <a:pt x="207" y="19"/>
                    <a:pt x="167" y="58"/>
                  </a:cubicBezTo>
                  <a:cubicBezTo>
                    <a:pt x="34" y="158"/>
                    <a:pt x="0" y="325"/>
                    <a:pt x="100" y="458"/>
                  </a:cubicBezTo>
                  <a:lnTo>
                    <a:pt x="2269" y="3327"/>
                  </a:lnTo>
                  <a:lnTo>
                    <a:pt x="3336" y="8798"/>
                  </a:lnTo>
                  <a:cubicBezTo>
                    <a:pt x="3369" y="8931"/>
                    <a:pt x="3503" y="8998"/>
                    <a:pt x="3636" y="8998"/>
                  </a:cubicBezTo>
                  <a:cubicBezTo>
                    <a:pt x="3770" y="8965"/>
                    <a:pt x="3870" y="8831"/>
                    <a:pt x="3870" y="8664"/>
                  </a:cubicBezTo>
                  <a:lnTo>
                    <a:pt x="2802" y="3160"/>
                  </a:lnTo>
                  <a:cubicBezTo>
                    <a:pt x="2802" y="3127"/>
                    <a:pt x="2736" y="3094"/>
                    <a:pt x="2736" y="3027"/>
                  </a:cubicBezTo>
                  <a:lnTo>
                    <a:pt x="534" y="125"/>
                  </a:lnTo>
                  <a:cubicBezTo>
                    <a:pt x="474" y="44"/>
                    <a:pt x="388" y="0"/>
                    <a:pt x="309" y="0"/>
                  </a:cubicBezTo>
                  <a:close/>
                </a:path>
              </a:pathLst>
            </a:custGeom>
            <a:solidFill>
              <a:srgbClr val="E59E9C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45"/>
            <p:cNvSpPr/>
            <p:nvPr/>
          </p:nvSpPr>
          <p:spPr>
            <a:xfrm flipH="1">
              <a:off x="6193659" y="3577784"/>
              <a:ext cx="730270" cy="633535"/>
            </a:xfrm>
            <a:custGeom>
              <a:rect b="b" l="l" r="r" t="t"/>
              <a:pathLst>
                <a:path extrusionOk="0" h="28129" w="32424">
                  <a:moveTo>
                    <a:pt x="24652" y="1"/>
                  </a:moveTo>
                  <a:lnTo>
                    <a:pt x="468" y="18481"/>
                  </a:lnTo>
                  <a:lnTo>
                    <a:pt x="1" y="26486"/>
                  </a:lnTo>
                  <a:lnTo>
                    <a:pt x="3503" y="27287"/>
                  </a:lnTo>
                  <a:cubicBezTo>
                    <a:pt x="4812" y="27854"/>
                    <a:pt x="6191" y="28129"/>
                    <a:pt x="7557" y="28129"/>
                  </a:cubicBezTo>
                  <a:cubicBezTo>
                    <a:pt x="10370" y="28129"/>
                    <a:pt x="13125" y="26963"/>
                    <a:pt x="15078" y="24785"/>
                  </a:cubicBezTo>
                  <a:lnTo>
                    <a:pt x="32424" y="5305"/>
                  </a:lnTo>
                  <a:lnTo>
                    <a:pt x="24652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45"/>
            <p:cNvSpPr/>
            <p:nvPr/>
          </p:nvSpPr>
          <p:spPr>
            <a:xfrm flipH="1">
              <a:off x="6369447" y="3577784"/>
              <a:ext cx="23" cy="23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38D6D2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45"/>
            <p:cNvSpPr/>
            <p:nvPr/>
          </p:nvSpPr>
          <p:spPr>
            <a:xfrm flipH="1">
              <a:off x="6362690" y="3571681"/>
              <a:ext cx="422995" cy="335202"/>
            </a:xfrm>
            <a:custGeom>
              <a:rect b="b" l="l" r="r" t="t"/>
              <a:pathLst>
                <a:path extrusionOk="0" h="14883" w="18781">
                  <a:moveTo>
                    <a:pt x="18516" y="0"/>
                  </a:moveTo>
                  <a:cubicBezTo>
                    <a:pt x="18454" y="0"/>
                    <a:pt x="18393" y="25"/>
                    <a:pt x="18347" y="72"/>
                  </a:cubicBezTo>
                  <a:lnTo>
                    <a:pt x="101" y="14382"/>
                  </a:lnTo>
                  <a:cubicBezTo>
                    <a:pt x="1" y="14449"/>
                    <a:pt x="1" y="14615"/>
                    <a:pt x="67" y="14749"/>
                  </a:cubicBezTo>
                  <a:cubicBezTo>
                    <a:pt x="101" y="14816"/>
                    <a:pt x="201" y="14882"/>
                    <a:pt x="267" y="14882"/>
                  </a:cubicBezTo>
                  <a:cubicBezTo>
                    <a:pt x="367" y="14882"/>
                    <a:pt x="401" y="14882"/>
                    <a:pt x="434" y="14782"/>
                  </a:cubicBezTo>
                  <a:lnTo>
                    <a:pt x="18647" y="472"/>
                  </a:lnTo>
                  <a:cubicBezTo>
                    <a:pt x="18781" y="405"/>
                    <a:pt x="18781" y="238"/>
                    <a:pt x="18714" y="105"/>
                  </a:cubicBezTo>
                  <a:cubicBezTo>
                    <a:pt x="18660" y="34"/>
                    <a:pt x="18587" y="0"/>
                    <a:pt x="18516" y="0"/>
                  </a:cubicBezTo>
                  <a:close/>
                </a:path>
              </a:pathLst>
            </a:custGeom>
            <a:solidFill>
              <a:srgbClr val="E59E9C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45"/>
            <p:cNvSpPr/>
            <p:nvPr/>
          </p:nvSpPr>
          <p:spPr>
            <a:xfrm flipH="1">
              <a:off x="5977285" y="3116434"/>
              <a:ext cx="946643" cy="1096395"/>
            </a:xfrm>
            <a:custGeom>
              <a:rect b="b" l="l" r="r" t="t"/>
              <a:pathLst>
                <a:path extrusionOk="0" h="48680" w="42031">
                  <a:moveTo>
                    <a:pt x="32571" y="0"/>
                  </a:moveTo>
                  <a:cubicBezTo>
                    <a:pt x="32238" y="0"/>
                    <a:pt x="31902" y="128"/>
                    <a:pt x="31657" y="404"/>
                  </a:cubicBezTo>
                  <a:lnTo>
                    <a:pt x="31423" y="637"/>
                  </a:lnTo>
                  <a:lnTo>
                    <a:pt x="36727" y="6508"/>
                  </a:lnTo>
                  <a:lnTo>
                    <a:pt x="38095" y="13747"/>
                  </a:lnTo>
                  <a:cubicBezTo>
                    <a:pt x="38095" y="13747"/>
                    <a:pt x="31256" y="17316"/>
                    <a:pt x="27554" y="24588"/>
                  </a:cubicBezTo>
                  <a:lnTo>
                    <a:pt x="16379" y="37364"/>
                  </a:lnTo>
                  <a:cubicBezTo>
                    <a:pt x="14486" y="39513"/>
                    <a:pt x="11787" y="40701"/>
                    <a:pt x="9022" y="40701"/>
                  </a:cubicBezTo>
                  <a:cubicBezTo>
                    <a:pt x="8183" y="40701"/>
                    <a:pt x="7337" y="40591"/>
                    <a:pt x="6505" y="40366"/>
                  </a:cubicBezTo>
                  <a:lnTo>
                    <a:pt x="401" y="38765"/>
                  </a:lnTo>
                  <a:lnTo>
                    <a:pt x="1" y="47037"/>
                  </a:lnTo>
                  <a:lnTo>
                    <a:pt x="3503" y="47838"/>
                  </a:lnTo>
                  <a:cubicBezTo>
                    <a:pt x="4808" y="48404"/>
                    <a:pt x="6181" y="48679"/>
                    <a:pt x="7541" y="48679"/>
                  </a:cubicBezTo>
                  <a:cubicBezTo>
                    <a:pt x="9868" y="48679"/>
                    <a:pt x="12158" y="47873"/>
                    <a:pt x="14011" y="46337"/>
                  </a:cubicBezTo>
                  <a:cubicBezTo>
                    <a:pt x="14378" y="46003"/>
                    <a:pt x="14711" y="45669"/>
                    <a:pt x="15045" y="45303"/>
                  </a:cubicBezTo>
                  <a:lnTo>
                    <a:pt x="32424" y="25789"/>
                  </a:lnTo>
                  <a:lnTo>
                    <a:pt x="42031" y="16515"/>
                  </a:lnTo>
                  <a:lnTo>
                    <a:pt x="41063" y="7442"/>
                  </a:lnTo>
                  <a:lnTo>
                    <a:pt x="36427" y="1104"/>
                  </a:lnTo>
                  <a:cubicBezTo>
                    <a:pt x="35992" y="539"/>
                    <a:pt x="35331" y="229"/>
                    <a:pt x="34656" y="229"/>
                  </a:cubicBezTo>
                  <a:cubicBezTo>
                    <a:pt x="34294" y="229"/>
                    <a:pt x="33929" y="318"/>
                    <a:pt x="33591" y="504"/>
                  </a:cubicBezTo>
                  <a:cubicBezTo>
                    <a:pt x="33357" y="179"/>
                    <a:pt x="32966" y="0"/>
                    <a:pt x="32571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45"/>
            <p:cNvSpPr/>
            <p:nvPr/>
          </p:nvSpPr>
          <p:spPr>
            <a:xfrm flipH="1">
              <a:off x="5231108" y="2703059"/>
              <a:ext cx="831711" cy="98446"/>
            </a:xfrm>
            <a:custGeom>
              <a:rect b="b" l="l" r="r" t="t"/>
              <a:pathLst>
                <a:path extrusionOk="0" h="4371" w="36928">
                  <a:moveTo>
                    <a:pt x="5004" y="1"/>
                  </a:moveTo>
                  <a:cubicBezTo>
                    <a:pt x="2402" y="1"/>
                    <a:pt x="301" y="1936"/>
                    <a:pt x="1" y="4371"/>
                  </a:cubicBezTo>
                  <a:lnTo>
                    <a:pt x="36927" y="4371"/>
                  </a:lnTo>
                  <a:cubicBezTo>
                    <a:pt x="36594" y="1936"/>
                    <a:pt x="34525" y="1"/>
                    <a:pt x="319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5"/>
            <p:cNvSpPr/>
            <p:nvPr/>
          </p:nvSpPr>
          <p:spPr>
            <a:xfrm flipH="1">
              <a:off x="5556565" y="3960937"/>
              <a:ext cx="1509" cy="2297"/>
            </a:xfrm>
            <a:custGeom>
              <a:rect b="b" l="l" r="r" t="t"/>
              <a:pathLst>
                <a:path extrusionOk="0" fill="none" h="102" w="67">
                  <a:moveTo>
                    <a:pt x="67" y="101"/>
                  </a:moveTo>
                  <a:cubicBezTo>
                    <a:pt x="67" y="34"/>
                    <a:pt x="67" y="34"/>
                    <a:pt x="0" y="1"/>
                  </a:cubicBezTo>
                  <a:cubicBezTo>
                    <a:pt x="33" y="34"/>
                    <a:pt x="67" y="101"/>
                    <a:pt x="67" y="101"/>
                  </a:cubicBezTo>
                  <a:close/>
                </a:path>
              </a:pathLst>
            </a:custGeom>
            <a:noFill/>
            <a:ln cap="flat" cmpd="sng" w="362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5"/>
            <p:cNvSpPr/>
            <p:nvPr/>
          </p:nvSpPr>
          <p:spPr>
            <a:xfrm flipH="1">
              <a:off x="5559561" y="3951928"/>
              <a:ext cx="766" cy="1532"/>
            </a:xfrm>
            <a:custGeom>
              <a:rect b="b" l="l" r="r" t="t"/>
              <a:pathLst>
                <a:path extrusionOk="0" fill="none" h="68" w="34">
                  <a:moveTo>
                    <a:pt x="33" y="67"/>
                  </a:moveTo>
                  <a:cubicBezTo>
                    <a:pt x="33" y="34"/>
                    <a:pt x="33" y="1"/>
                    <a:pt x="0" y="1"/>
                  </a:cubicBezTo>
                  <a:cubicBezTo>
                    <a:pt x="0" y="34"/>
                    <a:pt x="0" y="34"/>
                    <a:pt x="33" y="67"/>
                  </a:cubicBezTo>
                  <a:close/>
                </a:path>
              </a:pathLst>
            </a:custGeom>
            <a:noFill/>
            <a:ln cap="flat" cmpd="sng" w="362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5"/>
            <p:cNvSpPr/>
            <p:nvPr/>
          </p:nvSpPr>
          <p:spPr>
            <a:xfrm flipH="1">
              <a:off x="5563322" y="3941410"/>
              <a:ext cx="766" cy="3041"/>
            </a:xfrm>
            <a:custGeom>
              <a:rect b="b" l="l" r="r" t="t"/>
              <a:pathLst>
                <a:path extrusionOk="0" fill="none" h="135" w="34">
                  <a:moveTo>
                    <a:pt x="34" y="134"/>
                  </a:moveTo>
                  <a:cubicBezTo>
                    <a:pt x="34" y="67"/>
                    <a:pt x="0" y="34"/>
                    <a:pt x="0" y="1"/>
                  </a:cubicBezTo>
                  <a:cubicBezTo>
                    <a:pt x="0" y="34"/>
                    <a:pt x="34" y="67"/>
                    <a:pt x="34" y="134"/>
                  </a:cubicBezTo>
                  <a:close/>
                </a:path>
              </a:pathLst>
            </a:custGeom>
            <a:noFill/>
            <a:ln cap="flat" cmpd="sng" w="362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5"/>
            <p:cNvSpPr/>
            <p:nvPr/>
          </p:nvSpPr>
          <p:spPr>
            <a:xfrm flipH="1">
              <a:off x="5551295" y="3993257"/>
              <a:ext cx="23" cy="23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362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5"/>
            <p:cNvSpPr/>
            <p:nvPr/>
          </p:nvSpPr>
          <p:spPr>
            <a:xfrm flipH="1">
              <a:off x="5555056" y="3971455"/>
              <a:ext cx="23" cy="788"/>
            </a:xfrm>
            <a:custGeom>
              <a:rect b="b" l="l" r="r" t="t"/>
              <a:pathLst>
                <a:path extrusionOk="0" fill="none" h="35" w="1">
                  <a:moveTo>
                    <a:pt x="1" y="3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cap="flat" cmpd="sng" w="362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45"/>
            <p:cNvSpPr/>
            <p:nvPr/>
          </p:nvSpPr>
          <p:spPr>
            <a:xfrm flipH="1">
              <a:off x="5552804" y="3981973"/>
              <a:ext cx="23" cy="788"/>
            </a:xfrm>
            <a:custGeom>
              <a:rect b="b" l="l" r="r" t="t"/>
              <a:pathLst>
                <a:path extrusionOk="0" fill="none" h="35" w="1">
                  <a:moveTo>
                    <a:pt x="1" y="34"/>
                  </a:moveTo>
                  <a:cubicBezTo>
                    <a:pt x="1" y="34"/>
                    <a:pt x="1" y="1"/>
                    <a:pt x="1" y="34"/>
                  </a:cubicBezTo>
                  <a:cubicBezTo>
                    <a:pt x="1" y="1"/>
                    <a:pt x="1" y="34"/>
                    <a:pt x="1" y="34"/>
                  </a:cubicBezTo>
                  <a:close/>
                </a:path>
              </a:pathLst>
            </a:custGeom>
            <a:noFill/>
            <a:ln cap="flat" cmpd="sng" w="362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0" name="Google Shape;650;p45"/>
            <p:cNvGrpSpPr/>
            <p:nvPr/>
          </p:nvGrpSpPr>
          <p:grpSpPr>
            <a:xfrm flipH="1">
              <a:off x="4978669" y="3830860"/>
              <a:ext cx="749797" cy="717499"/>
              <a:chOff x="8274000" y="3178722"/>
              <a:chExt cx="749797" cy="717499"/>
            </a:xfrm>
          </p:grpSpPr>
          <p:sp>
            <p:nvSpPr>
              <p:cNvPr id="651" name="Google Shape;651;p45"/>
              <p:cNvSpPr/>
              <p:nvPr/>
            </p:nvSpPr>
            <p:spPr>
              <a:xfrm flipH="1">
                <a:off x="8313054" y="3214037"/>
                <a:ext cx="710743" cy="682184"/>
              </a:xfrm>
              <a:custGeom>
                <a:rect b="b" l="l" r="r" t="t"/>
                <a:pathLst>
                  <a:path extrusionOk="0" h="30289" w="31557">
                    <a:moveTo>
                      <a:pt x="3503" y="0"/>
                    </a:moveTo>
                    <a:cubicBezTo>
                      <a:pt x="1568" y="0"/>
                      <a:pt x="1" y="1602"/>
                      <a:pt x="1" y="3503"/>
                    </a:cubicBezTo>
                    <a:lnTo>
                      <a:pt x="1" y="26786"/>
                    </a:lnTo>
                    <a:cubicBezTo>
                      <a:pt x="1" y="28688"/>
                      <a:pt x="1568" y="30289"/>
                      <a:pt x="3503" y="30289"/>
                    </a:cubicBezTo>
                    <a:lnTo>
                      <a:pt x="28054" y="30289"/>
                    </a:lnTo>
                    <a:cubicBezTo>
                      <a:pt x="29955" y="30289"/>
                      <a:pt x="31556" y="28754"/>
                      <a:pt x="31556" y="26820"/>
                    </a:cubicBezTo>
                    <a:lnTo>
                      <a:pt x="31556" y="3503"/>
                    </a:lnTo>
                    <a:cubicBezTo>
                      <a:pt x="31556" y="1602"/>
                      <a:pt x="29955" y="0"/>
                      <a:pt x="2805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66500" lIns="66500" spcFirstLastPara="1" rIns="66500" wrap="square" tIns="66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45"/>
              <p:cNvSpPr/>
              <p:nvPr/>
            </p:nvSpPr>
            <p:spPr>
              <a:xfrm flipH="1">
                <a:off x="8274000" y="3178722"/>
                <a:ext cx="710720" cy="681441"/>
              </a:xfrm>
              <a:custGeom>
                <a:rect b="b" l="l" r="r" t="t"/>
                <a:pathLst>
                  <a:path extrusionOk="0" h="30256" w="31556">
                    <a:moveTo>
                      <a:pt x="3503" y="1"/>
                    </a:moveTo>
                    <a:cubicBezTo>
                      <a:pt x="1601" y="1"/>
                      <a:pt x="0" y="1568"/>
                      <a:pt x="0" y="3503"/>
                    </a:cubicBezTo>
                    <a:lnTo>
                      <a:pt x="0" y="26753"/>
                    </a:lnTo>
                    <a:cubicBezTo>
                      <a:pt x="0" y="28688"/>
                      <a:pt x="1601" y="30256"/>
                      <a:pt x="3503" y="30256"/>
                    </a:cubicBezTo>
                    <a:lnTo>
                      <a:pt x="28053" y="30256"/>
                    </a:lnTo>
                    <a:cubicBezTo>
                      <a:pt x="29988" y="30256"/>
                      <a:pt x="31556" y="28688"/>
                      <a:pt x="31556" y="26753"/>
                    </a:cubicBezTo>
                    <a:lnTo>
                      <a:pt x="31556" y="3503"/>
                    </a:lnTo>
                    <a:cubicBezTo>
                      <a:pt x="31556" y="1568"/>
                      <a:pt x="29988" y="1"/>
                      <a:pt x="280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66500" lIns="66500" spcFirstLastPara="1" rIns="66500" wrap="square" tIns="66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45"/>
              <p:cNvSpPr/>
              <p:nvPr/>
            </p:nvSpPr>
            <p:spPr>
              <a:xfrm>
                <a:off x="8325032" y="3221560"/>
                <a:ext cx="596531" cy="595788"/>
              </a:xfrm>
              <a:custGeom>
                <a:rect b="b" l="l" r="r" t="t"/>
                <a:pathLst>
                  <a:path extrusionOk="0" h="26453" w="26486">
                    <a:moveTo>
                      <a:pt x="13243" y="3803"/>
                    </a:moveTo>
                    <a:cubicBezTo>
                      <a:pt x="18413" y="3803"/>
                      <a:pt x="22616" y="8006"/>
                      <a:pt x="22616" y="13176"/>
                    </a:cubicBezTo>
                    <a:cubicBezTo>
                      <a:pt x="22616" y="18413"/>
                      <a:pt x="18413" y="22583"/>
                      <a:pt x="13243" y="22583"/>
                    </a:cubicBezTo>
                    <a:cubicBezTo>
                      <a:pt x="8073" y="22583"/>
                      <a:pt x="3836" y="18346"/>
                      <a:pt x="3836" y="13176"/>
                    </a:cubicBezTo>
                    <a:cubicBezTo>
                      <a:pt x="3836" y="8006"/>
                      <a:pt x="8073" y="3803"/>
                      <a:pt x="13243" y="3803"/>
                    </a:cubicBezTo>
                    <a:close/>
                    <a:moveTo>
                      <a:pt x="13243" y="0"/>
                    </a:moveTo>
                    <a:cubicBezTo>
                      <a:pt x="5938" y="0"/>
                      <a:pt x="0" y="5938"/>
                      <a:pt x="0" y="13243"/>
                    </a:cubicBezTo>
                    <a:cubicBezTo>
                      <a:pt x="0" y="20515"/>
                      <a:pt x="5938" y="26452"/>
                      <a:pt x="13243" y="26452"/>
                    </a:cubicBezTo>
                    <a:cubicBezTo>
                      <a:pt x="20515" y="26452"/>
                      <a:pt x="26452" y="20515"/>
                      <a:pt x="26452" y="13243"/>
                    </a:cubicBezTo>
                    <a:cubicBezTo>
                      <a:pt x="26486" y="5938"/>
                      <a:pt x="20582" y="0"/>
                      <a:pt x="132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66500" lIns="66500" spcFirstLastPara="1" rIns="66500" wrap="square" tIns="66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45"/>
              <p:cNvSpPr/>
              <p:nvPr/>
            </p:nvSpPr>
            <p:spPr>
              <a:xfrm>
                <a:off x="8527126" y="3430411"/>
                <a:ext cx="394437" cy="387680"/>
              </a:xfrm>
              <a:custGeom>
                <a:rect b="b" l="l" r="r" t="t"/>
                <a:pathLst>
                  <a:path extrusionOk="0" h="17213" w="17513">
                    <a:moveTo>
                      <a:pt x="16879" y="0"/>
                    </a:moveTo>
                    <a:cubicBezTo>
                      <a:pt x="17146" y="801"/>
                      <a:pt x="17313" y="1568"/>
                      <a:pt x="17379" y="2402"/>
                    </a:cubicBezTo>
                    <a:lnTo>
                      <a:pt x="13610" y="3703"/>
                    </a:lnTo>
                    <a:lnTo>
                      <a:pt x="13610" y="3970"/>
                    </a:lnTo>
                    <a:cubicBezTo>
                      <a:pt x="13610" y="9140"/>
                      <a:pt x="9374" y="13343"/>
                      <a:pt x="4203" y="13343"/>
                    </a:cubicBezTo>
                    <a:cubicBezTo>
                      <a:pt x="2869" y="13343"/>
                      <a:pt x="1635" y="13043"/>
                      <a:pt x="467" y="12543"/>
                    </a:cubicBezTo>
                    <a:lnTo>
                      <a:pt x="0" y="16512"/>
                    </a:lnTo>
                    <a:cubicBezTo>
                      <a:pt x="1335" y="16979"/>
                      <a:pt x="2769" y="17213"/>
                      <a:pt x="4203" y="17213"/>
                    </a:cubicBezTo>
                    <a:cubicBezTo>
                      <a:pt x="11509" y="17213"/>
                      <a:pt x="17413" y="11308"/>
                      <a:pt x="17413" y="4003"/>
                    </a:cubicBezTo>
                    <a:cubicBezTo>
                      <a:pt x="17513" y="2569"/>
                      <a:pt x="17313" y="1235"/>
                      <a:pt x="168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66500" lIns="66500" spcFirstLastPara="1" rIns="66500" wrap="square" tIns="66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45"/>
              <p:cNvSpPr/>
              <p:nvPr/>
            </p:nvSpPr>
            <p:spPr>
              <a:xfrm>
                <a:off x="8448230" y="3344758"/>
                <a:ext cx="349369" cy="349369"/>
              </a:xfrm>
              <a:custGeom>
                <a:rect b="b" l="l" r="r" t="t"/>
                <a:pathLst>
                  <a:path extrusionOk="0" h="15512" w="15512">
                    <a:moveTo>
                      <a:pt x="7540" y="768"/>
                    </a:moveTo>
                    <a:lnTo>
                      <a:pt x="7540" y="2969"/>
                    </a:lnTo>
                    <a:cubicBezTo>
                      <a:pt x="6972" y="2969"/>
                      <a:pt x="6372" y="2969"/>
                      <a:pt x="5872" y="3003"/>
                    </a:cubicBezTo>
                    <a:cubicBezTo>
                      <a:pt x="6505" y="1969"/>
                      <a:pt x="7173" y="1168"/>
                      <a:pt x="7540" y="768"/>
                    </a:cubicBezTo>
                    <a:close/>
                    <a:moveTo>
                      <a:pt x="8007" y="634"/>
                    </a:moveTo>
                    <a:cubicBezTo>
                      <a:pt x="8373" y="1001"/>
                      <a:pt x="9174" y="1935"/>
                      <a:pt x="9875" y="3136"/>
                    </a:cubicBezTo>
                    <a:cubicBezTo>
                      <a:pt x="9207" y="3036"/>
                      <a:pt x="8607" y="3003"/>
                      <a:pt x="8007" y="2969"/>
                    </a:cubicBezTo>
                    <a:lnTo>
                      <a:pt x="8007" y="634"/>
                    </a:lnTo>
                    <a:close/>
                    <a:moveTo>
                      <a:pt x="7106" y="601"/>
                    </a:moveTo>
                    <a:lnTo>
                      <a:pt x="7106" y="601"/>
                    </a:lnTo>
                    <a:cubicBezTo>
                      <a:pt x="6639" y="1135"/>
                      <a:pt x="5938" y="1969"/>
                      <a:pt x="5338" y="3036"/>
                    </a:cubicBezTo>
                    <a:cubicBezTo>
                      <a:pt x="4504" y="3136"/>
                      <a:pt x="3804" y="3270"/>
                      <a:pt x="3170" y="3370"/>
                    </a:cubicBezTo>
                    <a:cubicBezTo>
                      <a:pt x="4137" y="2035"/>
                      <a:pt x="5471" y="1035"/>
                      <a:pt x="7106" y="601"/>
                    </a:cubicBezTo>
                    <a:close/>
                    <a:moveTo>
                      <a:pt x="8640" y="634"/>
                    </a:moveTo>
                    <a:lnTo>
                      <a:pt x="8640" y="634"/>
                    </a:lnTo>
                    <a:cubicBezTo>
                      <a:pt x="10342" y="1135"/>
                      <a:pt x="11776" y="2202"/>
                      <a:pt x="12710" y="3670"/>
                    </a:cubicBezTo>
                    <a:cubicBezTo>
                      <a:pt x="11876" y="3470"/>
                      <a:pt x="11142" y="3303"/>
                      <a:pt x="10442" y="3203"/>
                    </a:cubicBezTo>
                    <a:cubicBezTo>
                      <a:pt x="9808" y="2035"/>
                      <a:pt x="9107" y="1168"/>
                      <a:pt x="8640" y="634"/>
                    </a:cubicBezTo>
                    <a:close/>
                    <a:moveTo>
                      <a:pt x="5338" y="835"/>
                    </a:moveTo>
                    <a:cubicBezTo>
                      <a:pt x="4170" y="1468"/>
                      <a:pt x="3203" y="2436"/>
                      <a:pt x="2503" y="3503"/>
                    </a:cubicBezTo>
                    <a:cubicBezTo>
                      <a:pt x="2169" y="3603"/>
                      <a:pt x="1869" y="3670"/>
                      <a:pt x="1569" y="3770"/>
                    </a:cubicBezTo>
                    <a:cubicBezTo>
                      <a:pt x="2503" y="2469"/>
                      <a:pt x="3804" y="1435"/>
                      <a:pt x="5338" y="835"/>
                    </a:cubicBezTo>
                    <a:close/>
                    <a:moveTo>
                      <a:pt x="10608" y="1001"/>
                    </a:moveTo>
                    <a:cubicBezTo>
                      <a:pt x="12043" y="1635"/>
                      <a:pt x="13277" y="2669"/>
                      <a:pt x="14044" y="4003"/>
                    </a:cubicBezTo>
                    <a:cubicBezTo>
                      <a:pt x="13811" y="3937"/>
                      <a:pt x="13544" y="3870"/>
                      <a:pt x="13310" y="3803"/>
                    </a:cubicBezTo>
                    <a:cubicBezTo>
                      <a:pt x="12643" y="2669"/>
                      <a:pt x="11709" y="1702"/>
                      <a:pt x="10608" y="1001"/>
                    </a:cubicBezTo>
                    <a:close/>
                    <a:moveTo>
                      <a:pt x="2269" y="4104"/>
                    </a:moveTo>
                    <a:lnTo>
                      <a:pt x="2269" y="4104"/>
                    </a:lnTo>
                    <a:cubicBezTo>
                      <a:pt x="1669" y="5104"/>
                      <a:pt x="1368" y="6272"/>
                      <a:pt x="1335" y="7473"/>
                    </a:cubicBezTo>
                    <a:lnTo>
                      <a:pt x="468" y="7473"/>
                    </a:lnTo>
                    <a:cubicBezTo>
                      <a:pt x="501" y="6338"/>
                      <a:pt x="801" y="5304"/>
                      <a:pt x="1302" y="4370"/>
                    </a:cubicBezTo>
                    <a:cubicBezTo>
                      <a:pt x="1535" y="4304"/>
                      <a:pt x="1869" y="4170"/>
                      <a:pt x="2269" y="4104"/>
                    </a:cubicBezTo>
                    <a:close/>
                    <a:moveTo>
                      <a:pt x="5138" y="3503"/>
                    </a:moveTo>
                    <a:lnTo>
                      <a:pt x="5138" y="3503"/>
                    </a:lnTo>
                    <a:cubicBezTo>
                      <a:pt x="4637" y="4604"/>
                      <a:pt x="4204" y="5871"/>
                      <a:pt x="4137" y="7306"/>
                    </a:cubicBezTo>
                    <a:lnTo>
                      <a:pt x="4137" y="7473"/>
                    </a:lnTo>
                    <a:lnTo>
                      <a:pt x="1802" y="7473"/>
                    </a:lnTo>
                    <a:cubicBezTo>
                      <a:pt x="1835" y="6172"/>
                      <a:pt x="2202" y="4971"/>
                      <a:pt x="2836" y="3870"/>
                    </a:cubicBezTo>
                    <a:cubicBezTo>
                      <a:pt x="3203" y="3803"/>
                      <a:pt x="3670" y="3703"/>
                      <a:pt x="4204" y="3637"/>
                    </a:cubicBezTo>
                    <a:cubicBezTo>
                      <a:pt x="4504" y="3603"/>
                      <a:pt x="4804" y="3536"/>
                      <a:pt x="5138" y="3503"/>
                    </a:cubicBezTo>
                    <a:close/>
                    <a:moveTo>
                      <a:pt x="7540" y="3370"/>
                    </a:moveTo>
                    <a:lnTo>
                      <a:pt x="7540" y="7473"/>
                    </a:lnTo>
                    <a:lnTo>
                      <a:pt x="4537" y="7473"/>
                    </a:lnTo>
                    <a:lnTo>
                      <a:pt x="4537" y="7339"/>
                    </a:lnTo>
                    <a:cubicBezTo>
                      <a:pt x="4637" y="5838"/>
                      <a:pt x="5104" y="4537"/>
                      <a:pt x="5638" y="3470"/>
                    </a:cubicBezTo>
                    <a:cubicBezTo>
                      <a:pt x="6205" y="3436"/>
                      <a:pt x="6872" y="3370"/>
                      <a:pt x="7540" y="3370"/>
                    </a:cubicBezTo>
                    <a:close/>
                    <a:moveTo>
                      <a:pt x="8007" y="3436"/>
                    </a:moveTo>
                    <a:cubicBezTo>
                      <a:pt x="8674" y="3470"/>
                      <a:pt x="9374" y="3503"/>
                      <a:pt x="10141" y="3603"/>
                    </a:cubicBezTo>
                    <a:cubicBezTo>
                      <a:pt x="10675" y="4637"/>
                      <a:pt x="11109" y="5938"/>
                      <a:pt x="11142" y="7339"/>
                    </a:cubicBezTo>
                    <a:lnTo>
                      <a:pt x="11142" y="7473"/>
                    </a:lnTo>
                    <a:lnTo>
                      <a:pt x="8007" y="7473"/>
                    </a:lnTo>
                    <a:lnTo>
                      <a:pt x="8007" y="3436"/>
                    </a:lnTo>
                    <a:close/>
                    <a:moveTo>
                      <a:pt x="10675" y="3670"/>
                    </a:moveTo>
                    <a:cubicBezTo>
                      <a:pt x="11442" y="3803"/>
                      <a:pt x="12210" y="3970"/>
                      <a:pt x="13043" y="4170"/>
                    </a:cubicBezTo>
                    <a:cubicBezTo>
                      <a:pt x="13544" y="5171"/>
                      <a:pt x="13844" y="6305"/>
                      <a:pt x="13944" y="7473"/>
                    </a:cubicBezTo>
                    <a:lnTo>
                      <a:pt x="11609" y="7473"/>
                    </a:lnTo>
                    <a:lnTo>
                      <a:pt x="11609" y="7306"/>
                    </a:lnTo>
                    <a:cubicBezTo>
                      <a:pt x="11509" y="5938"/>
                      <a:pt x="11175" y="4671"/>
                      <a:pt x="10675" y="3670"/>
                    </a:cubicBezTo>
                    <a:close/>
                    <a:moveTo>
                      <a:pt x="13611" y="4304"/>
                    </a:moveTo>
                    <a:cubicBezTo>
                      <a:pt x="13844" y="4370"/>
                      <a:pt x="14111" y="4470"/>
                      <a:pt x="14344" y="4504"/>
                    </a:cubicBezTo>
                    <a:cubicBezTo>
                      <a:pt x="14778" y="5371"/>
                      <a:pt x="15045" y="6372"/>
                      <a:pt x="15112" y="7439"/>
                    </a:cubicBezTo>
                    <a:lnTo>
                      <a:pt x="14344" y="7439"/>
                    </a:lnTo>
                    <a:lnTo>
                      <a:pt x="14344" y="7473"/>
                    </a:lnTo>
                    <a:cubicBezTo>
                      <a:pt x="14311" y="6338"/>
                      <a:pt x="14044" y="5271"/>
                      <a:pt x="13611" y="4304"/>
                    </a:cubicBezTo>
                    <a:close/>
                    <a:moveTo>
                      <a:pt x="1335" y="7940"/>
                    </a:moveTo>
                    <a:cubicBezTo>
                      <a:pt x="1368" y="9274"/>
                      <a:pt x="1702" y="10541"/>
                      <a:pt x="2336" y="11642"/>
                    </a:cubicBezTo>
                    <a:cubicBezTo>
                      <a:pt x="2036" y="11542"/>
                      <a:pt x="1769" y="11475"/>
                      <a:pt x="1435" y="11375"/>
                    </a:cubicBezTo>
                    <a:cubicBezTo>
                      <a:pt x="835" y="10341"/>
                      <a:pt x="501" y="9174"/>
                      <a:pt x="468" y="7940"/>
                    </a:cubicBezTo>
                    <a:close/>
                    <a:moveTo>
                      <a:pt x="15112" y="7940"/>
                    </a:moveTo>
                    <a:cubicBezTo>
                      <a:pt x="15045" y="9274"/>
                      <a:pt x="14678" y="10508"/>
                      <a:pt x="14011" y="11609"/>
                    </a:cubicBezTo>
                    <a:cubicBezTo>
                      <a:pt x="13811" y="11676"/>
                      <a:pt x="13510" y="11776"/>
                      <a:pt x="13277" y="11842"/>
                    </a:cubicBezTo>
                    <a:cubicBezTo>
                      <a:pt x="13944" y="10675"/>
                      <a:pt x="14311" y="9341"/>
                      <a:pt x="14344" y="7940"/>
                    </a:cubicBezTo>
                    <a:close/>
                    <a:moveTo>
                      <a:pt x="4104" y="7940"/>
                    </a:moveTo>
                    <a:cubicBezTo>
                      <a:pt x="4137" y="9374"/>
                      <a:pt x="4504" y="10842"/>
                      <a:pt x="5271" y="12276"/>
                    </a:cubicBezTo>
                    <a:cubicBezTo>
                      <a:pt x="4504" y="12143"/>
                      <a:pt x="3703" y="12009"/>
                      <a:pt x="2936" y="11809"/>
                    </a:cubicBezTo>
                    <a:cubicBezTo>
                      <a:pt x="2202" y="10675"/>
                      <a:pt x="1802" y="9341"/>
                      <a:pt x="1769" y="7940"/>
                    </a:cubicBezTo>
                    <a:close/>
                    <a:moveTo>
                      <a:pt x="13944" y="7873"/>
                    </a:moveTo>
                    <a:cubicBezTo>
                      <a:pt x="13877" y="9374"/>
                      <a:pt x="13444" y="10808"/>
                      <a:pt x="12643" y="11942"/>
                    </a:cubicBezTo>
                    <a:cubicBezTo>
                      <a:pt x="12210" y="12043"/>
                      <a:pt x="11809" y="12176"/>
                      <a:pt x="11342" y="12209"/>
                    </a:cubicBezTo>
                    <a:lnTo>
                      <a:pt x="10342" y="12343"/>
                    </a:lnTo>
                    <a:cubicBezTo>
                      <a:pt x="11142" y="10875"/>
                      <a:pt x="11542" y="9374"/>
                      <a:pt x="11609" y="7873"/>
                    </a:cubicBezTo>
                    <a:close/>
                    <a:moveTo>
                      <a:pt x="7540" y="7973"/>
                    </a:moveTo>
                    <a:lnTo>
                      <a:pt x="7540" y="12476"/>
                    </a:lnTo>
                    <a:cubicBezTo>
                      <a:pt x="7006" y="12443"/>
                      <a:pt x="6439" y="12376"/>
                      <a:pt x="5805" y="12343"/>
                    </a:cubicBezTo>
                    <a:cubicBezTo>
                      <a:pt x="5004" y="10875"/>
                      <a:pt x="4604" y="9441"/>
                      <a:pt x="4537" y="7973"/>
                    </a:cubicBezTo>
                    <a:close/>
                    <a:moveTo>
                      <a:pt x="11142" y="7940"/>
                    </a:moveTo>
                    <a:cubicBezTo>
                      <a:pt x="11109" y="9441"/>
                      <a:pt x="10675" y="10942"/>
                      <a:pt x="9808" y="12443"/>
                    </a:cubicBezTo>
                    <a:cubicBezTo>
                      <a:pt x="9274" y="12476"/>
                      <a:pt x="8640" y="12476"/>
                      <a:pt x="8007" y="12476"/>
                    </a:cubicBezTo>
                    <a:lnTo>
                      <a:pt x="8007" y="7940"/>
                    </a:lnTo>
                    <a:close/>
                    <a:moveTo>
                      <a:pt x="13611" y="12143"/>
                    </a:moveTo>
                    <a:cubicBezTo>
                      <a:pt x="12843" y="13177"/>
                      <a:pt x="11809" y="14011"/>
                      <a:pt x="10608" y="14511"/>
                    </a:cubicBezTo>
                    <a:cubicBezTo>
                      <a:pt x="11509" y="13977"/>
                      <a:pt x="12310" y="13210"/>
                      <a:pt x="12877" y="12343"/>
                    </a:cubicBezTo>
                    <a:cubicBezTo>
                      <a:pt x="13144" y="12276"/>
                      <a:pt x="13377" y="12209"/>
                      <a:pt x="13611" y="12143"/>
                    </a:cubicBezTo>
                    <a:close/>
                    <a:moveTo>
                      <a:pt x="1769" y="11942"/>
                    </a:moveTo>
                    <a:lnTo>
                      <a:pt x="2636" y="12176"/>
                    </a:lnTo>
                    <a:cubicBezTo>
                      <a:pt x="3303" y="13210"/>
                      <a:pt x="4204" y="14044"/>
                      <a:pt x="5305" y="14678"/>
                    </a:cubicBezTo>
                    <a:cubicBezTo>
                      <a:pt x="3870" y="14144"/>
                      <a:pt x="2636" y="13177"/>
                      <a:pt x="1769" y="11942"/>
                    </a:cubicBezTo>
                    <a:close/>
                    <a:moveTo>
                      <a:pt x="6105" y="12776"/>
                    </a:moveTo>
                    <a:cubicBezTo>
                      <a:pt x="6606" y="12843"/>
                      <a:pt x="7106" y="12843"/>
                      <a:pt x="7540" y="12876"/>
                    </a:cubicBezTo>
                    <a:lnTo>
                      <a:pt x="7540" y="14711"/>
                    </a:lnTo>
                    <a:cubicBezTo>
                      <a:pt x="6972" y="14111"/>
                      <a:pt x="6505" y="13410"/>
                      <a:pt x="6105" y="12776"/>
                    </a:cubicBezTo>
                    <a:close/>
                    <a:moveTo>
                      <a:pt x="9541" y="12843"/>
                    </a:moveTo>
                    <a:lnTo>
                      <a:pt x="9541" y="12843"/>
                    </a:lnTo>
                    <a:cubicBezTo>
                      <a:pt x="9141" y="13510"/>
                      <a:pt x="8607" y="14177"/>
                      <a:pt x="8007" y="14845"/>
                    </a:cubicBezTo>
                    <a:lnTo>
                      <a:pt x="8007" y="12876"/>
                    </a:lnTo>
                    <a:lnTo>
                      <a:pt x="8307" y="12876"/>
                    </a:lnTo>
                    <a:cubicBezTo>
                      <a:pt x="8707" y="12876"/>
                      <a:pt x="9141" y="12876"/>
                      <a:pt x="9541" y="12843"/>
                    </a:cubicBezTo>
                    <a:close/>
                    <a:moveTo>
                      <a:pt x="12276" y="12476"/>
                    </a:moveTo>
                    <a:lnTo>
                      <a:pt x="12276" y="12476"/>
                    </a:lnTo>
                    <a:cubicBezTo>
                      <a:pt x="11309" y="13644"/>
                      <a:pt x="10041" y="14478"/>
                      <a:pt x="8540" y="14878"/>
                    </a:cubicBezTo>
                    <a:cubicBezTo>
                      <a:pt x="9141" y="14211"/>
                      <a:pt x="9641" y="13510"/>
                      <a:pt x="10108" y="12810"/>
                    </a:cubicBezTo>
                    <a:cubicBezTo>
                      <a:pt x="10875" y="12710"/>
                      <a:pt x="11642" y="12643"/>
                      <a:pt x="12276" y="12476"/>
                    </a:cubicBezTo>
                    <a:close/>
                    <a:moveTo>
                      <a:pt x="3303" y="12343"/>
                    </a:moveTo>
                    <a:lnTo>
                      <a:pt x="3303" y="12343"/>
                    </a:lnTo>
                    <a:cubicBezTo>
                      <a:pt x="4104" y="12510"/>
                      <a:pt x="4838" y="12643"/>
                      <a:pt x="5538" y="12710"/>
                    </a:cubicBezTo>
                    <a:cubicBezTo>
                      <a:pt x="5972" y="13477"/>
                      <a:pt x="6505" y="14211"/>
                      <a:pt x="7139" y="14945"/>
                    </a:cubicBezTo>
                    <a:cubicBezTo>
                      <a:pt x="5605" y="14511"/>
                      <a:pt x="4271" y="13544"/>
                      <a:pt x="3303" y="12343"/>
                    </a:cubicBezTo>
                    <a:close/>
                    <a:moveTo>
                      <a:pt x="7773" y="1"/>
                    </a:moveTo>
                    <a:cubicBezTo>
                      <a:pt x="3470" y="1"/>
                      <a:pt x="1" y="3470"/>
                      <a:pt x="1" y="7773"/>
                    </a:cubicBezTo>
                    <a:cubicBezTo>
                      <a:pt x="1" y="12043"/>
                      <a:pt x="3470" y="15512"/>
                      <a:pt x="7773" y="15512"/>
                    </a:cubicBezTo>
                    <a:lnTo>
                      <a:pt x="7940" y="15512"/>
                    </a:lnTo>
                    <a:cubicBezTo>
                      <a:pt x="12143" y="15445"/>
                      <a:pt x="15512" y="11976"/>
                      <a:pt x="15512" y="7773"/>
                    </a:cubicBezTo>
                    <a:cubicBezTo>
                      <a:pt x="15512" y="3536"/>
                      <a:pt x="12143" y="101"/>
                      <a:pt x="79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6500" lIns="66500" spcFirstLastPara="1" rIns="66500" wrap="square" tIns="66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56" name="Google Shape;656;p45"/>
            <p:cNvSpPr/>
            <p:nvPr/>
          </p:nvSpPr>
          <p:spPr>
            <a:xfrm flipH="1">
              <a:off x="8524130" y="4024811"/>
              <a:ext cx="67658" cy="67635"/>
            </a:xfrm>
            <a:custGeom>
              <a:rect b="b" l="l" r="r" t="t"/>
              <a:pathLst>
                <a:path extrusionOk="0" h="3003" w="3004">
                  <a:moveTo>
                    <a:pt x="1502" y="0"/>
                  </a:moveTo>
                  <a:cubicBezTo>
                    <a:pt x="668" y="0"/>
                    <a:pt x="1" y="667"/>
                    <a:pt x="1" y="1501"/>
                  </a:cubicBezTo>
                  <a:cubicBezTo>
                    <a:pt x="1" y="2335"/>
                    <a:pt x="668" y="3002"/>
                    <a:pt x="1502" y="3002"/>
                  </a:cubicBezTo>
                  <a:cubicBezTo>
                    <a:pt x="2336" y="3002"/>
                    <a:pt x="3003" y="2335"/>
                    <a:pt x="3003" y="1501"/>
                  </a:cubicBezTo>
                  <a:cubicBezTo>
                    <a:pt x="2970" y="667"/>
                    <a:pt x="2303" y="0"/>
                    <a:pt x="1502" y="0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5"/>
            <p:cNvSpPr/>
            <p:nvPr/>
          </p:nvSpPr>
          <p:spPr>
            <a:xfrm>
              <a:off x="8550436" y="3752018"/>
              <a:ext cx="137500" cy="150946"/>
            </a:xfrm>
            <a:custGeom>
              <a:rect b="b" l="l" r="r" t="t"/>
              <a:pathLst>
                <a:path extrusionOk="0" h="6702" w="6105">
                  <a:moveTo>
                    <a:pt x="751" y="1"/>
                  </a:moveTo>
                  <a:cubicBezTo>
                    <a:pt x="369" y="1"/>
                    <a:pt x="0" y="330"/>
                    <a:pt x="0" y="738"/>
                  </a:cubicBezTo>
                  <a:lnTo>
                    <a:pt x="0" y="5975"/>
                  </a:lnTo>
                  <a:cubicBezTo>
                    <a:pt x="0" y="6406"/>
                    <a:pt x="347" y="6702"/>
                    <a:pt x="733" y="6702"/>
                  </a:cubicBezTo>
                  <a:cubicBezTo>
                    <a:pt x="855" y="6702"/>
                    <a:pt x="981" y="6672"/>
                    <a:pt x="1101" y="6608"/>
                  </a:cubicBezTo>
                  <a:lnTo>
                    <a:pt x="5638" y="3973"/>
                  </a:lnTo>
                  <a:cubicBezTo>
                    <a:pt x="6105" y="3706"/>
                    <a:pt x="6105" y="3039"/>
                    <a:pt x="5638" y="2739"/>
                  </a:cubicBezTo>
                  <a:lnTo>
                    <a:pt x="1101" y="104"/>
                  </a:lnTo>
                  <a:cubicBezTo>
                    <a:pt x="990" y="33"/>
                    <a:pt x="870" y="1"/>
                    <a:pt x="751" y="1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45"/>
            <p:cNvSpPr/>
            <p:nvPr/>
          </p:nvSpPr>
          <p:spPr>
            <a:xfrm flipH="1">
              <a:off x="8731271" y="4393068"/>
              <a:ext cx="100698" cy="87995"/>
            </a:xfrm>
            <a:custGeom>
              <a:rect b="b" l="l" r="r" t="t"/>
              <a:pathLst>
                <a:path extrusionOk="0" h="3907" w="4471">
                  <a:moveTo>
                    <a:pt x="2233" y="1"/>
                  </a:moveTo>
                  <a:cubicBezTo>
                    <a:pt x="1487" y="1"/>
                    <a:pt x="787" y="424"/>
                    <a:pt x="468" y="1136"/>
                  </a:cubicBezTo>
                  <a:cubicBezTo>
                    <a:pt x="1" y="2137"/>
                    <a:pt x="468" y="3271"/>
                    <a:pt x="1402" y="3738"/>
                  </a:cubicBezTo>
                  <a:cubicBezTo>
                    <a:pt x="1665" y="3852"/>
                    <a:pt x="1938" y="3906"/>
                    <a:pt x="2205" y="3906"/>
                  </a:cubicBezTo>
                  <a:cubicBezTo>
                    <a:pt x="2953" y="3906"/>
                    <a:pt x="3660" y="3483"/>
                    <a:pt x="4004" y="2771"/>
                  </a:cubicBezTo>
                  <a:cubicBezTo>
                    <a:pt x="4471" y="1770"/>
                    <a:pt x="4037" y="636"/>
                    <a:pt x="3036" y="169"/>
                  </a:cubicBezTo>
                  <a:cubicBezTo>
                    <a:pt x="2773" y="55"/>
                    <a:pt x="2500" y="1"/>
                    <a:pt x="2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5"/>
            <p:cNvSpPr/>
            <p:nvPr/>
          </p:nvSpPr>
          <p:spPr>
            <a:xfrm flipH="1">
              <a:off x="8517150" y="4873653"/>
              <a:ext cx="24820" cy="33649"/>
            </a:xfrm>
            <a:custGeom>
              <a:rect b="b" l="l" r="r" t="t"/>
              <a:pathLst>
                <a:path extrusionOk="0" h="1494" w="1102">
                  <a:moveTo>
                    <a:pt x="233" y="0"/>
                  </a:moveTo>
                  <a:cubicBezTo>
                    <a:pt x="201" y="0"/>
                    <a:pt x="167" y="4"/>
                    <a:pt x="134" y="13"/>
                  </a:cubicBezTo>
                  <a:cubicBezTo>
                    <a:pt x="67" y="113"/>
                    <a:pt x="1" y="146"/>
                    <a:pt x="1" y="179"/>
                  </a:cubicBezTo>
                  <a:cubicBezTo>
                    <a:pt x="1" y="246"/>
                    <a:pt x="1" y="280"/>
                    <a:pt x="67" y="313"/>
                  </a:cubicBezTo>
                  <a:lnTo>
                    <a:pt x="668" y="1414"/>
                  </a:lnTo>
                  <a:cubicBezTo>
                    <a:pt x="692" y="1463"/>
                    <a:pt x="770" y="1494"/>
                    <a:pt x="863" y="1494"/>
                  </a:cubicBezTo>
                  <a:cubicBezTo>
                    <a:pt x="896" y="1494"/>
                    <a:pt x="932" y="1489"/>
                    <a:pt x="968" y="1480"/>
                  </a:cubicBezTo>
                  <a:cubicBezTo>
                    <a:pt x="1068" y="1447"/>
                    <a:pt x="1101" y="1314"/>
                    <a:pt x="1068" y="1180"/>
                  </a:cubicBezTo>
                  <a:lnTo>
                    <a:pt x="434" y="113"/>
                  </a:lnTo>
                  <a:cubicBezTo>
                    <a:pt x="409" y="38"/>
                    <a:pt x="328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5"/>
            <p:cNvSpPr/>
            <p:nvPr/>
          </p:nvSpPr>
          <p:spPr>
            <a:xfrm flipH="1">
              <a:off x="8559222" y="4571627"/>
              <a:ext cx="151036" cy="261621"/>
            </a:xfrm>
            <a:custGeom>
              <a:rect b="b" l="l" r="r" t="t"/>
              <a:pathLst>
                <a:path extrusionOk="0" h="11616" w="6706">
                  <a:moveTo>
                    <a:pt x="225" y="0"/>
                  </a:moveTo>
                  <a:cubicBezTo>
                    <a:pt x="192" y="0"/>
                    <a:pt x="161" y="4"/>
                    <a:pt x="134" y="13"/>
                  </a:cubicBezTo>
                  <a:cubicBezTo>
                    <a:pt x="67" y="46"/>
                    <a:pt x="67" y="80"/>
                    <a:pt x="1" y="180"/>
                  </a:cubicBezTo>
                  <a:cubicBezTo>
                    <a:pt x="1" y="213"/>
                    <a:pt x="1" y="247"/>
                    <a:pt x="67" y="313"/>
                  </a:cubicBezTo>
                  <a:lnTo>
                    <a:pt x="1302" y="2548"/>
                  </a:lnTo>
                  <a:cubicBezTo>
                    <a:pt x="1352" y="2623"/>
                    <a:pt x="1439" y="2661"/>
                    <a:pt x="1522" y="2661"/>
                  </a:cubicBezTo>
                  <a:cubicBezTo>
                    <a:pt x="1550" y="2661"/>
                    <a:pt x="1577" y="2657"/>
                    <a:pt x="1602" y="2648"/>
                  </a:cubicBezTo>
                  <a:cubicBezTo>
                    <a:pt x="1702" y="2582"/>
                    <a:pt x="1735" y="2415"/>
                    <a:pt x="1702" y="2348"/>
                  </a:cubicBezTo>
                  <a:lnTo>
                    <a:pt x="434" y="80"/>
                  </a:lnTo>
                  <a:cubicBezTo>
                    <a:pt x="410" y="31"/>
                    <a:pt x="314" y="0"/>
                    <a:pt x="225" y="0"/>
                  </a:cubicBezTo>
                  <a:close/>
                  <a:moveTo>
                    <a:pt x="2703" y="4489"/>
                  </a:moveTo>
                  <a:cubicBezTo>
                    <a:pt x="2667" y="4489"/>
                    <a:pt x="2632" y="4497"/>
                    <a:pt x="2602" y="4516"/>
                  </a:cubicBezTo>
                  <a:cubicBezTo>
                    <a:pt x="2569" y="4516"/>
                    <a:pt x="2536" y="4583"/>
                    <a:pt x="2469" y="4683"/>
                  </a:cubicBezTo>
                  <a:cubicBezTo>
                    <a:pt x="2469" y="4716"/>
                    <a:pt x="2469" y="4750"/>
                    <a:pt x="2536" y="4817"/>
                  </a:cubicBezTo>
                  <a:lnTo>
                    <a:pt x="3770" y="7051"/>
                  </a:lnTo>
                  <a:cubicBezTo>
                    <a:pt x="3794" y="7099"/>
                    <a:pt x="3884" y="7146"/>
                    <a:pt x="3970" y="7146"/>
                  </a:cubicBezTo>
                  <a:cubicBezTo>
                    <a:pt x="4006" y="7146"/>
                    <a:pt x="4041" y="7138"/>
                    <a:pt x="4070" y="7118"/>
                  </a:cubicBezTo>
                  <a:cubicBezTo>
                    <a:pt x="4137" y="7085"/>
                    <a:pt x="4204" y="6918"/>
                    <a:pt x="4137" y="6851"/>
                  </a:cubicBezTo>
                  <a:lnTo>
                    <a:pt x="2903" y="4583"/>
                  </a:lnTo>
                  <a:cubicBezTo>
                    <a:pt x="2879" y="4536"/>
                    <a:pt x="2789" y="4489"/>
                    <a:pt x="2703" y="4489"/>
                  </a:cubicBezTo>
                  <a:close/>
                  <a:moveTo>
                    <a:pt x="5204" y="8959"/>
                  </a:moveTo>
                  <a:cubicBezTo>
                    <a:pt x="5169" y="8959"/>
                    <a:pt x="5134" y="8967"/>
                    <a:pt x="5104" y="8986"/>
                  </a:cubicBezTo>
                  <a:cubicBezTo>
                    <a:pt x="5071" y="9020"/>
                    <a:pt x="5038" y="9053"/>
                    <a:pt x="4971" y="9153"/>
                  </a:cubicBezTo>
                  <a:cubicBezTo>
                    <a:pt x="4971" y="9186"/>
                    <a:pt x="4971" y="9220"/>
                    <a:pt x="5038" y="9253"/>
                  </a:cubicBezTo>
                  <a:lnTo>
                    <a:pt x="6272" y="11521"/>
                  </a:lnTo>
                  <a:cubicBezTo>
                    <a:pt x="6295" y="11569"/>
                    <a:pt x="6386" y="11616"/>
                    <a:pt x="6472" y="11616"/>
                  </a:cubicBezTo>
                  <a:cubicBezTo>
                    <a:pt x="6508" y="11616"/>
                    <a:pt x="6543" y="11608"/>
                    <a:pt x="6572" y="11588"/>
                  </a:cubicBezTo>
                  <a:cubicBezTo>
                    <a:pt x="6639" y="11555"/>
                    <a:pt x="6705" y="11388"/>
                    <a:pt x="6639" y="11321"/>
                  </a:cubicBezTo>
                  <a:lnTo>
                    <a:pt x="5404" y="9053"/>
                  </a:lnTo>
                  <a:cubicBezTo>
                    <a:pt x="5381" y="9006"/>
                    <a:pt x="5291" y="8959"/>
                    <a:pt x="5204" y="89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45"/>
            <p:cNvSpPr/>
            <p:nvPr/>
          </p:nvSpPr>
          <p:spPr>
            <a:xfrm flipH="1">
              <a:off x="8726767" y="4495411"/>
              <a:ext cx="24054" cy="33581"/>
            </a:xfrm>
            <a:custGeom>
              <a:rect b="b" l="l" r="r" t="t"/>
              <a:pathLst>
                <a:path extrusionOk="0" h="1491" w="1068">
                  <a:moveTo>
                    <a:pt x="215" y="0"/>
                  </a:moveTo>
                  <a:cubicBezTo>
                    <a:pt x="179" y="0"/>
                    <a:pt x="139" y="8"/>
                    <a:pt x="100" y="28"/>
                  </a:cubicBezTo>
                  <a:cubicBezTo>
                    <a:pt x="34" y="61"/>
                    <a:pt x="0" y="128"/>
                    <a:pt x="0" y="195"/>
                  </a:cubicBezTo>
                  <a:cubicBezTo>
                    <a:pt x="0" y="228"/>
                    <a:pt x="0" y="262"/>
                    <a:pt x="34" y="295"/>
                  </a:cubicBezTo>
                  <a:lnTo>
                    <a:pt x="667" y="1396"/>
                  </a:lnTo>
                  <a:cubicBezTo>
                    <a:pt x="691" y="1443"/>
                    <a:pt x="765" y="1490"/>
                    <a:pt x="841" y="1490"/>
                  </a:cubicBezTo>
                  <a:cubicBezTo>
                    <a:pt x="873" y="1490"/>
                    <a:pt x="905" y="1482"/>
                    <a:pt x="934" y="1462"/>
                  </a:cubicBezTo>
                  <a:cubicBezTo>
                    <a:pt x="1034" y="1429"/>
                    <a:pt x="1068" y="1296"/>
                    <a:pt x="1034" y="1196"/>
                  </a:cubicBezTo>
                  <a:lnTo>
                    <a:pt x="401" y="95"/>
                  </a:lnTo>
                  <a:cubicBezTo>
                    <a:pt x="377" y="48"/>
                    <a:pt x="303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45"/>
            <p:cNvSpPr/>
            <p:nvPr/>
          </p:nvSpPr>
          <p:spPr>
            <a:xfrm flipH="1">
              <a:off x="8429244" y="4921356"/>
              <a:ext cx="108964" cy="95248"/>
            </a:xfrm>
            <a:custGeom>
              <a:rect b="b" l="l" r="r" t="t"/>
              <a:pathLst>
                <a:path extrusionOk="0" h="4229" w="4838">
                  <a:moveTo>
                    <a:pt x="2445" y="1"/>
                  </a:moveTo>
                  <a:cubicBezTo>
                    <a:pt x="1647" y="1"/>
                    <a:pt x="868" y="472"/>
                    <a:pt x="501" y="1230"/>
                  </a:cubicBezTo>
                  <a:cubicBezTo>
                    <a:pt x="0" y="2298"/>
                    <a:pt x="501" y="3532"/>
                    <a:pt x="1568" y="4032"/>
                  </a:cubicBezTo>
                  <a:cubicBezTo>
                    <a:pt x="1844" y="4166"/>
                    <a:pt x="2134" y="4228"/>
                    <a:pt x="2420" y="4228"/>
                  </a:cubicBezTo>
                  <a:cubicBezTo>
                    <a:pt x="3208" y="4228"/>
                    <a:pt x="3970" y="3757"/>
                    <a:pt x="4337" y="2998"/>
                  </a:cubicBezTo>
                  <a:cubicBezTo>
                    <a:pt x="4837" y="1964"/>
                    <a:pt x="4337" y="697"/>
                    <a:pt x="3303" y="196"/>
                  </a:cubicBezTo>
                  <a:cubicBezTo>
                    <a:pt x="3027" y="63"/>
                    <a:pt x="2735" y="1"/>
                    <a:pt x="2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45"/>
            <p:cNvSpPr/>
            <p:nvPr/>
          </p:nvSpPr>
          <p:spPr>
            <a:xfrm flipH="1">
              <a:off x="5928135" y="2721842"/>
              <a:ext cx="62365" cy="62387"/>
            </a:xfrm>
            <a:custGeom>
              <a:rect b="b" l="l" r="r" t="t"/>
              <a:pathLst>
                <a:path extrusionOk="0" h="2770" w="2769">
                  <a:moveTo>
                    <a:pt x="1368" y="1"/>
                  </a:moveTo>
                  <a:cubicBezTo>
                    <a:pt x="634" y="1"/>
                    <a:pt x="0" y="635"/>
                    <a:pt x="0" y="1369"/>
                  </a:cubicBezTo>
                  <a:cubicBezTo>
                    <a:pt x="0" y="2136"/>
                    <a:pt x="634" y="2770"/>
                    <a:pt x="1368" y="2770"/>
                  </a:cubicBezTo>
                  <a:cubicBezTo>
                    <a:pt x="2135" y="2770"/>
                    <a:pt x="2769" y="2136"/>
                    <a:pt x="2769" y="1369"/>
                  </a:cubicBezTo>
                  <a:cubicBezTo>
                    <a:pt x="2769" y="635"/>
                    <a:pt x="2135" y="1"/>
                    <a:pt x="1368" y="1"/>
                  </a:cubicBezTo>
                  <a:close/>
                </a:path>
              </a:pathLst>
            </a:custGeom>
            <a:solidFill>
              <a:srgbClr val="C2FE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5"/>
            <p:cNvSpPr/>
            <p:nvPr/>
          </p:nvSpPr>
          <p:spPr>
            <a:xfrm flipH="1">
              <a:off x="5813180" y="2721842"/>
              <a:ext cx="61622" cy="61644"/>
            </a:xfrm>
            <a:custGeom>
              <a:rect b="b" l="l" r="r" t="t"/>
              <a:pathLst>
                <a:path extrusionOk="0" h="2737" w="2736">
                  <a:moveTo>
                    <a:pt x="1368" y="1"/>
                  </a:moveTo>
                  <a:cubicBezTo>
                    <a:pt x="601" y="1"/>
                    <a:pt x="0" y="601"/>
                    <a:pt x="0" y="1369"/>
                  </a:cubicBezTo>
                  <a:cubicBezTo>
                    <a:pt x="0" y="2136"/>
                    <a:pt x="601" y="2736"/>
                    <a:pt x="1368" y="2736"/>
                  </a:cubicBezTo>
                  <a:cubicBezTo>
                    <a:pt x="2135" y="2736"/>
                    <a:pt x="2736" y="2136"/>
                    <a:pt x="2736" y="1369"/>
                  </a:cubicBezTo>
                  <a:cubicBezTo>
                    <a:pt x="2736" y="601"/>
                    <a:pt x="2135" y="1"/>
                    <a:pt x="1368" y="1"/>
                  </a:cubicBezTo>
                  <a:close/>
                </a:path>
              </a:pathLst>
            </a:custGeom>
            <a:solidFill>
              <a:srgbClr val="C2FE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5"/>
            <p:cNvSpPr/>
            <p:nvPr/>
          </p:nvSpPr>
          <p:spPr>
            <a:xfrm flipH="1">
              <a:off x="5697482" y="2721842"/>
              <a:ext cx="61622" cy="61644"/>
            </a:xfrm>
            <a:custGeom>
              <a:rect b="b" l="l" r="r" t="t"/>
              <a:pathLst>
                <a:path extrusionOk="0" h="2737" w="2736">
                  <a:moveTo>
                    <a:pt x="1368" y="1"/>
                  </a:moveTo>
                  <a:cubicBezTo>
                    <a:pt x="601" y="1"/>
                    <a:pt x="0" y="601"/>
                    <a:pt x="0" y="1369"/>
                  </a:cubicBezTo>
                  <a:cubicBezTo>
                    <a:pt x="0" y="2136"/>
                    <a:pt x="601" y="2736"/>
                    <a:pt x="1368" y="2736"/>
                  </a:cubicBezTo>
                  <a:cubicBezTo>
                    <a:pt x="2135" y="2736"/>
                    <a:pt x="2736" y="2136"/>
                    <a:pt x="2736" y="1369"/>
                  </a:cubicBezTo>
                  <a:cubicBezTo>
                    <a:pt x="2736" y="601"/>
                    <a:pt x="2135" y="1"/>
                    <a:pt x="1368" y="1"/>
                  </a:cubicBezTo>
                  <a:close/>
                </a:path>
              </a:pathLst>
            </a:custGeom>
            <a:solidFill>
              <a:srgbClr val="C2FEFF"/>
            </a:solidFill>
            <a:ln>
              <a:noFill/>
            </a:ln>
          </p:spPr>
          <p:txBody>
            <a:bodyPr anchorCtr="0" anchor="ctr" bIns="66500" lIns="66500" spcFirstLastPara="1" rIns="66500" wrap="square" tIns="66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66" name="Google Shape;66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784" y="4787400"/>
            <a:ext cx="3081342" cy="3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rtual Metaverse Project Proposal by Slidesgo">
  <a:themeElements>
    <a:clrScheme name="Simple Light">
      <a:dk1>
        <a:srgbClr val="FFFFFF"/>
      </a:dk1>
      <a:lt1>
        <a:srgbClr val="0D092A"/>
      </a:lt1>
      <a:dk2>
        <a:srgbClr val="3333B8"/>
      </a:dk2>
      <a:lt2>
        <a:srgbClr val="35CFDB"/>
      </a:lt2>
      <a:accent1>
        <a:srgbClr val="92F7FF"/>
      </a:accent1>
      <a:accent2>
        <a:srgbClr val="3F3FD8"/>
      </a:accent2>
      <a:accent3>
        <a:srgbClr val="A6ABFF"/>
      </a:accent3>
      <a:accent4>
        <a:srgbClr val="0F89A5"/>
      </a:accent4>
      <a:accent5>
        <a:srgbClr val="EDDEFF"/>
      </a:accent5>
      <a:accent6>
        <a:srgbClr val="09066A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